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C3E50"/>
        </a:solidFill>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E67E22"/>
          </a:solidFill>
          <a:ln/>
        </p:spPr>
      </p:sp>
      <p:sp>
        <p:nvSpPr>
          <p:cNvPr id="3" name="Shape 1"/>
          <p:cNvSpPr/>
          <p:nvPr/>
        </p:nvSpPr>
        <p:spPr>
          <a:xfrm>
            <a:off x="0" y="6784848"/>
            <a:ext cx="12188952" cy="73152"/>
          </a:xfrm>
          <a:prstGeom prst="rect">
            <a:avLst/>
          </a:prstGeom>
          <a:solidFill>
            <a:srgbClr val="E67E22"/>
          </a:solidFill>
          <a:ln/>
        </p:spPr>
      </p:sp>
      <p:sp>
        <p:nvSpPr>
          <p:cNvPr id="4" name="Text 2"/>
          <p:cNvSpPr/>
          <p:nvPr/>
        </p:nvSpPr>
        <p:spPr>
          <a:xfrm>
            <a:off x="0" y="1645920"/>
            <a:ext cx="12188952" cy="1097280"/>
          </a:xfrm>
          <a:prstGeom prst="rect">
            <a:avLst/>
          </a:prstGeom>
          <a:noFill/>
          <a:ln/>
        </p:spPr>
        <p:txBody>
          <a:bodyPr wrap="square" rtlCol="0" anchor="ctr"/>
          <a:lstStyle/>
          <a:p>
            <a:pPr algn="ctr" indent="0" marL="0">
              <a:buNone/>
            </a:pPr>
            <a:r>
              <a:rPr lang="en-US" sz="4800" b="1" dirty="0">
                <a:solidFill>
                  <a:srgbClr val="FFFFFF"/>
                </a:solidFill>
                <a:latin typeface="Microsoft YaHei" pitchFamily="34" charset="0"/>
                <a:ea typeface="Microsoft YaHei" pitchFamily="34" charset="-122"/>
                <a:cs typeface="Microsoft YaHei" pitchFamily="34" charset="-120"/>
              </a:rPr>
              <a:t>心路志愿服务实践团</a:t>
            </a:r>
            <a:endParaRPr lang="en-US" sz="4800" dirty="0"/>
          </a:p>
        </p:txBody>
      </p:sp>
      <p:sp>
        <p:nvSpPr>
          <p:cNvPr id="5" name="Text 3"/>
          <p:cNvSpPr/>
          <p:nvPr/>
        </p:nvSpPr>
        <p:spPr>
          <a:xfrm>
            <a:off x="0" y="2743200"/>
            <a:ext cx="12188952" cy="548640"/>
          </a:xfrm>
          <a:prstGeom prst="rect">
            <a:avLst/>
          </a:prstGeom>
          <a:noFill/>
          <a:ln/>
        </p:spPr>
        <p:txBody>
          <a:bodyPr wrap="square" rtlCol="0" anchor="ctr"/>
          <a:lstStyle/>
          <a:p>
            <a:pPr algn="ctr" indent="0" marL="0">
              <a:buNone/>
            </a:pPr>
            <a:r>
              <a:rPr lang="en-US" sz="1800" dirty="0">
                <a:solidFill>
                  <a:srgbClr val="E67E22"/>
                </a:solidFill>
                <a:latin typeface="Microsoft YaHei" pitchFamily="34" charset="0"/>
                <a:ea typeface="Microsoft YaHei" pitchFamily="34" charset="-122"/>
                <a:cs typeface="Microsoft YaHei" pitchFamily="34" charset="-120"/>
              </a:rPr>
              <a:t>以心换心 · 路路相通 · 用热爱点亮希望</a:t>
            </a:r>
            <a:endParaRPr lang="en-US" sz="1800" dirty="0"/>
          </a:p>
        </p:txBody>
      </p:sp>
      <p:sp>
        <p:nvSpPr>
          <p:cNvPr id="6" name="Text 4"/>
          <p:cNvSpPr/>
          <p:nvPr/>
        </p:nvSpPr>
        <p:spPr>
          <a:xfrm>
            <a:off x="0" y="4389120"/>
            <a:ext cx="12188952" cy="457200"/>
          </a:xfrm>
          <a:prstGeom prst="rect">
            <a:avLst/>
          </a:prstGeom>
          <a:noFill/>
          <a:ln/>
        </p:spPr>
        <p:txBody>
          <a:bodyPr wrap="square" rtlCol="0" anchor="ctr"/>
          <a:lstStyle/>
          <a:p>
            <a:pPr algn="ctr" indent="0" marL="0">
              <a:buNone/>
            </a:pPr>
            <a:r>
              <a:rPr lang="en-US" sz="1600" dirty="0">
                <a:solidFill>
                  <a:srgbClr val="BBBBBB"/>
                </a:solidFill>
                <a:latin typeface="Microsoft YaHei" pitchFamily="34" charset="0"/>
                <a:ea typeface="Microsoft YaHei" pitchFamily="34" charset="-122"/>
                <a:cs typeface="Microsoft YaHei" pitchFamily="34" charset="-120"/>
              </a:rPr>
              <a:t>北京科技大学 · 计通学院</a:t>
            </a:r>
            <a:endParaRPr lang="en-US" sz="1600" dirty="0"/>
          </a:p>
        </p:txBody>
      </p:sp>
      <p:sp>
        <p:nvSpPr>
          <p:cNvPr id="7" name="Text 5"/>
          <p:cNvSpPr/>
          <p:nvPr/>
        </p:nvSpPr>
        <p:spPr>
          <a:xfrm>
            <a:off x="0" y="4937760"/>
            <a:ext cx="12188952" cy="457200"/>
          </a:xfrm>
          <a:prstGeom prst="rect">
            <a:avLst/>
          </a:prstGeom>
          <a:noFill/>
          <a:ln/>
        </p:spPr>
        <p:txBody>
          <a:bodyPr wrap="square" rtlCol="0" anchor="ctr"/>
          <a:lstStyle/>
          <a:p>
            <a:pPr algn="ctr" indent="0" marL="0">
              <a:buNone/>
            </a:pPr>
            <a:r>
              <a:rPr lang="en-US" sz="1300" dirty="0">
                <a:solidFill>
                  <a:srgbClr val="888888"/>
                </a:solidFill>
                <a:latin typeface="Microsoft YaHei" pitchFamily="34" charset="0"/>
                <a:ea typeface="Microsoft YaHei" pitchFamily="34" charset="-122"/>
                <a:cs typeface="Microsoft YaHei" pitchFamily="34" charset="-120"/>
              </a:rPr>
              <a:t>2026 暑期社会实践宣传</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365760"/>
            <a:ext cx="731520" cy="548640"/>
          </a:xfrm>
          <a:prstGeom prst="rect">
            <a:avLst/>
          </a:prstGeom>
          <a:noFill/>
          <a:ln/>
        </p:spPr>
        <p:txBody>
          <a:bodyPr wrap="square" rtlCol="0" anchor="ctr"/>
          <a:lstStyle/>
          <a:p>
            <a:pPr indent="0" marL="0">
              <a:buNone/>
            </a:pPr>
            <a:r>
              <a:rPr lang="en-US" sz="1100" b="1" dirty="0">
                <a:solidFill>
                  <a:srgbClr val="E67E22"/>
                </a:solidFill>
                <a:latin typeface="Arial" pitchFamily="34" charset="0"/>
                <a:ea typeface="Arial" pitchFamily="34" charset="-122"/>
                <a:cs typeface="Arial" pitchFamily="34" charset="-120"/>
              </a:rPr>
              <a:t>01</a:t>
            </a:r>
            <a:endParaRPr lang="en-US" sz="1100" dirty="0"/>
          </a:p>
        </p:txBody>
      </p:sp>
      <p:sp>
        <p:nvSpPr>
          <p:cNvPr id="3" name="Text 1"/>
          <p:cNvSpPr/>
          <p:nvPr/>
        </p:nvSpPr>
        <p:spPr>
          <a:xfrm>
            <a:off x="1280160" y="365760"/>
            <a:ext cx="9144000" cy="640080"/>
          </a:xfrm>
          <a:prstGeom prst="rect">
            <a:avLst/>
          </a:prstGeom>
          <a:noFill/>
          <a:ln/>
        </p:spPr>
        <p:txBody>
          <a:bodyPr wrap="square" rtlCol="0" anchor="ctr"/>
          <a:lstStyle/>
          <a:p>
            <a:pPr indent="0" marL="0">
              <a:buNone/>
            </a:pPr>
            <a:r>
              <a:rPr lang="en-US" sz="2600" b="1" dirty="0">
                <a:solidFill>
                  <a:srgbClr val="2C3E50"/>
                </a:solidFill>
                <a:latin typeface="Microsoft YaHei" pitchFamily="34" charset="0"/>
                <a:ea typeface="Microsoft YaHei" pitchFamily="34" charset="-122"/>
                <a:cs typeface="Microsoft YaHei" pitchFamily="34" charset="-120"/>
              </a:rPr>
              <a:t>团队简介</a:t>
            </a:r>
            <a:endParaRPr lang="en-US" sz="2600" dirty="0"/>
          </a:p>
        </p:txBody>
      </p:sp>
      <p:sp>
        <p:nvSpPr>
          <p:cNvPr id="4" name="Shape 2"/>
          <p:cNvSpPr/>
          <p:nvPr/>
        </p:nvSpPr>
        <p:spPr>
          <a:xfrm>
            <a:off x="548640" y="1005840"/>
            <a:ext cx="1371600" cy="2743200"/>
          </a:xfrm>
          <a:prstGeom prst="rect">
            <a:avLst/>
          </a:prstGeom>
          <a:solidFill>
            <a:srgbClr val="E67E22"/>
          </a:solidFill>
          <a:ln/>
        </p:spPr>
      </p:sp>
      <p:sp>
        <p:nvSpPr>
          <p:cNvPr id="5" name="Text 3"/>
          <p:cNvSpPr/>
          <p:nvPr/>
        </p:nvSpPr>
        <p:spPr>
          <a:xfrm>
            <a:off x="2560320" y="1463040"/>
            <a:ext cx="8686800" cy="1463040"/>
          </a:xfrm>
          <a:prstGeom prst="rect">
            <a:avLst/>
          </a:prstGeom>
          <a:noFill/>
          <a:ln/>
        </p:spPr>
        <p:txBody>
          <a:bodyPr wrap="square" rtlCol="0" anchor="ctr"/>
          <a:lstStyle/>
          <a:p>
            <a:pPr indent="0" marL="0">
              <a:lnSpc>
                <a:spcPct val="180000"/>
              </a:lnSpc>
              <a:buNone/>
            </a:pPr>
            <a:r>
              <a:rPr lang="en-US" sz="1800" b="1" dirty="0">
                <a:solidFill>
                  <a:srgbClr val="2C3E50"/>
                </a:solidFill>
                <a:latin typeface="Microsoft YaHei" pitchFamily="34" charset="0"/>
                <a:ea typeface="Microsoft YaHei" pitchFamily="34" charset="-122"/>
                <a:cs typeface="Microsoft YaHei" pitchFamily="34" charset="-120"/>
              </a:rPr>
              <a:t>北京科技大学心路志愿服务实践团</a:t>
            </a:r>
            <a:pPr indent="0" marL="0">
              <a:lnSpc>
                <a:spcPct val="180000"/>
              </a:lnSpc>
              <a:buNone/>
            </a:pPr>
            <a:r>
              <a:rPr lang="en-US" sz="1400" dirty="0">
                <a:solidFill>
                  <a:srgbClr val="6B7B8D"/>
                </a:solidFill>
                <a:latin typeface="Microsoft YaHei" pitchFamily="34" charset="0"/>
                <a:ea typeface="Microsoft YaHei" pitchFamily="34" charset="-122"/>
                <a:cs typeface="Microsoft YaHei" pitchFamily="34" charset="-120"/>
              </a:rPr>
              <a:t>是一支致力于</a:t>
            </a:r>
            <a:endParaRPr lang="en-US" sz="1800" dirty="0"/>
          </a:p>
          <a:p>
            <a:pPr indent="0" marL="0">
              <a:lnSpc>
                <a:spcPct val="180000"/>
              </a:lnSpc>
              <a:buNone/>
            </a:pPr>
            <a:r>
              <a:rPr lang="en-US" sz="1400" dirty="0">
                <a:solidFill>
                  <a:srgbClr val="6B7B8D"/>
                </a:solidFill>
                <a:latin typeface="Microsoft YaHei" pitchFamily="34" charset="0"/>
                <a:ea typeface="Microsoft YaHei" pitchFamily="34" charset="-122"/>
                <a:cs typeface="Microsoft YaHei" pitchFamily="34" charset="-120"/>
              </a:rPr>
              <a:t>教育、调研、社会服务的队伍，以支教、陪伴、募捐义卖、文艺汇演等多种活动形式关爱留守儿童和务工子女。</a:t>
            </a:r>
            <a:endParaRPr lang="en-US" sz="1800" dirty="0"/>
          </a:p>
        </p:txBody>
      </p:sp>
      <p:sp>
        <p:nvSpPr>
          <p:cNvPr id="6" name="Text 4"/>
          <p:cNvSpPr/>
          <p:nvPr/>
        </p:nvSpPr>
        <p:spPr>
          <a:xfrm>
            <a:off x="2560320" y="2926080"/>
            <a:ext cx="8686800" cy="1463040"/>
          </a:xfrm>
          <a:prstGeom prst="rect">
            <a:avLst/>
          </a:prstGeom>
          <a:noFill/>
          <a:ln/>
        </p:spPr>
        <p:txBody>
          <a:bodyPr wrap="square" rtlCol="0" anchor="ctr"/>
          <a:lstStyle/>
          <a:p>
            <a:pPr indent="0" marL="0">
              <a:lnSpc>
                <a:spcPct val="180000"/>
              </a:lnSpc>
              <a:buNone/>
            </a:pPr>
            <a:r>
              <a:rPr lang="en-US" sz="1400" b="1" dirty="0">
                <a:solidFill>
                  <a:srgbClr val="6B7B8D"/>
                </a:solidFill>
                <a:latin typeface="Microsoft YaHei" pitchFamily="34" charset="0"/>
                <a:ea typeface="Microsoft YaHei" pitchFamily="34" charset="-122"/>
                <a:cs typeface="Microsoft YaHei" pitchFamily="34" charset="-120"/>
              </a:rPr>
              <a:t>作为计通学院的老牌暑期实践团</a:t>
            </a:r>
            <a:pPr indent="0" marL="0">
              <a:lnSpc>
                <a:spcPct val="180000"/>
              </a:lnSpc>
              <a:buNone/>
            </a:pPr>
            <a:r>
              <a:rPr lang="en-US" sz="1400" dirty="0">
                <a:solidFill>
                  <a:srgbClr val="6B7B8D"/>
                </a:solidFill>
                <a:latin typeface="Microsoft YaHei" pitchFamily="34" charset="0"/>
                <a:ea typeface="Microsoft YaHei" pitchFamily="34" charset="-122"/>
                <a:cs typeface="Microsoft YaHei" pitchFamily="34" charset="-120"/>
              </a:rPr>
              <a:t>，心路积极响应国家和学校号召，已将帮扶对象从务工子女逐步扩展至全国教育资源不均衡地区的儿童们。心路人走遍大江南北，足迹遍布祖国各地，以爱心驱散阴霾，用陪伴消弭隔阂。</a:t>
            </a:r>
            <a:endParaRPr lang="en-US" sz="1400" dirty="0"/>
          </a:p>
        </p:txBody>
      </p:sp>
      <p:sp>
        <p:nvSpPr>
          <p:cNvPr id="7" name="Text 5"/>
          <p:cNvSpPr/>
          <p:nvPr/>
        </p:nvSpPr>
        <p:spPr>
          <a:xfrm>
            <a:off x="2560320" y="4572000"/>
            <a:ext cx="8686800" cy="2011680"/>
          </a:xfrm>
          <a:prstGeom prst="rect">
            <a:avLst/>
          </a:prstGeom>
          <a:noFill/>
          <a:ln/>
        </p:spPr>
        <p:txBody>
          <a:bodyPr wrap="square" rtlCol="0" anchor="ctr"/>
          <a:lstStyle/>
          <a:p>
            <a:pPr indent="0" marL="0">
              <a:lnSpc>
                <a:spcPct val="160000"/>
              </a:lnSpc>
              <a:buNone/>
            </a:pPr>
            <a:r>
              <a:rPr lang="en-US" sz="1400" b="1" dirty="0">
                <a:solidFill>
                  <a:srgbClr val="E67E22"/>
                </a:solidFill>
                <a:latin typeface="Microsoft YaHei" pitchFamily="34" charset="0"/>
                <a:ea typeface="Microsoft YaHei" pitchFamily="34" charset="-122"/>
                <a:cs typeface="Microsoft YaHei" pitchFamily="34" charset="-120"/>
              </a:rPr>
              <a:t>2009年至今
</a:t>
            </a:r>
            <a:pPr indent="0" marL="0">
              <a:lnSpc>
                <a:spcPct val="160000"/>
              </a:lnSpc>
              <a:buNone/>
            </a:pPr>
            <a:r>
              <a:rPr lang="en-US" sz="1200" dirty="0">
                <a:solidFill>
                  <a:srgbClr val="6B7B8D"/>
                </a:solidFill>
                <a:latin typeface="Microsoft YaHei" pitchFamily="34" charset="0"/>
                <a:ea typeface="Microsoft YaHei" pitchFamily="34" charset="-122"/>
                <a:cs typeface="Microsoft YaHei" pitchFamily="34" charset="-120"/>
              </a:rPr>
              <a:t>长期志愿项目十七年</a:t>
            </a:r>
            <a:endParaRPr lang="en-US" sz="1400" dirty="0"/>
          </a:p>
          <a:p>
            <a:pPr indent="0" marL="0">
              <a:lnSpc>
                <a:spcPct val="160000"/>
              </a:lnSpc>
              <a:buNone/>
            </a:pPr>
            <a:r>
              <a:rPr lang="en-US" sz="1200" dirty="0">
                <a:solidFill>
                  <a:srgbClr val="6B7B8D"/>
                </a:solidFill>
                <a:latin typeface="Microsoft YaHei" pitchFamily="34" charset="0"/>
                <a:ea typeface="Microsoft YaHei" pitchFamily="34" charset="-122"/>
                <a:cs typeface="Microsoft YaHei" pitchFamily="34" charset="-120"/>
              </a:rPr>
              <a:t>短期实践八年</a:t>
            </a:r>
            <a:endParaRPr lang="en-US" sz="1400" dirty="0"/>
          </a:p>
          <a:p>
            <a:pPr indent="0" marL="0">
              <a:lnSpc>
                <a:spcPct val="160000"/>
              </a:lnSpc>
              <a:buNone/>
            </a:pPr>
            <a:r>
              <a:rPr lang="en-US" sz="1200" dirty="0">
                <a:solidFill>
                  <a:srgbClr val="6B7B8D"/>
                </a:solidFill>
                <a:latin typeface="Microsoft YaHei" pitchFamily="34" charset="0"/>
                <a:ea typeface="Microsoft YaHei" pitchFamily="34" charset="-122"/>
                <a:cs typeface="Microsoft YaHei" pitchFamily="34" charset="-120"/>
              </a:rPr>
              <a:t>活动 600+ 次</a:t>
            </a:r>
            <a:endParaRPr lang="en-US" sz="1400" dirty="0"/>
          </a:p>
          <a:p>
            <a:pPr indent="0" marL="0">
              <a:lnSpc>
                <a:spcPct val="160000"/>
              </a:lnSpc>
              <a:buNone/>
            </a:pPr>
            <a:r>
              <a:rPr lang="en-US" sz="1200" dirty="0">
                <a:solidFill>
                  <a:srgbClr val="6B7B8D"/>
                </a:solidFill>
                <a:latin typeface="Microsoft YaHei" pitchFamily="34" charset="0"/>
                <a:ea typeface="Microsoft YaHei" pitchFamily="34" charset="-122"/>
                <a:cs typeface="Microsoft YaHei" pitchFamily="34" charset="-120"/>
              </a:rPr>
              <a:t>服务 4000+ 人次</a:t>
            </a:r>
            <a:endParaRPr lang="en-US" sz="1400" dirty="0"/>
          </a:p>
          <a:p>
            <a:pPr indent="0" marL="0">
              <a:lnSpc>
                <a:spcPct val="160000"/>
              </a:lnSpc>
              <a:buNone/>
            </a:pPr>
            <a:r>
              <a:rPr lang="en-US" sz="1200" dirty="0">
                <a:solidFill>
                  <a:srgbClr val="6B7B8D"/>
                </a:solidFill>
                <a:latin typeface="Microsoft YaHei" pitchFamily="34" charset="0"/>
                <a:ea typeface="Microsoft YaHei" pitchFamily="34" charset="-122"/>
                <a:cs typeface="Microsoft YaHei" pitchFamily="34" charset="-120"/>
              </a:rPr>
              <a:t>志愿时长 20000+ 小时</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365760"/>
            <a:ext cx="731520" cy="548640"/>
          </a:xfrm>
          <a:prstGeom prst="rect">
            <a:avLst/>
          </a:prstGeom>
          <a:noFill/>
          <a:ln/>
        </p:spPr>
        <p:txBody>
          <a:bodyPr wrap="square" rtlCol="0" anchor="ctr"/>
          <a:lstStyle/>
          <a:p>
            <a:pPr indent="0" marL="0">
              <a:buNone/>
            </a:pPr>
            <a:r>
              <a:rPr lang="en-US" sz="1100" b="1" dirty="0">
                <a:solidFill>
                  <a:srgbClr val="E67E22"/>
                </a:solidFill>
                <a:latin typeface="Arial" pitchFamily="34" charset="0"/>
                <a:ea typeface="Arial" pitchFamily="34" charset="-122"/>
                <a:cs typeface="Arial" pitchFamily="34" charset="-120"/>
              </a:rPr>
              <a:t>02</a:t>
            </a:r>
            <a:endParaRPr lang="en-US" sz="1100" dirty="0"/>
          </a:p>
        </p:txBody>
      </p:sp>
      <p:sp>
        <p:nvSpPr>
          <p:cNvPr id="3" name="Text 1"/>
          <p:cNvSpPr/>
          <p:nvPr/>
        </p:nvSpPr>
        <p:spPr>
          <a:xfrm>
            <a:off x="1280160" y="365760"/>
            <a:ext cx="9144000" cy="640080"/>
          </a:xfrm>
          <a:prstGeom prst="rect">
            <a:avLst/>
          </a:prstGeom>
          <a:noFill/>
          <a:ln/>
        </p:spPr>
        <p:txBody>
          <a:bodyPr wrap="square" rtlCol="0" anchor="ctr"/>
          <a:lstStyle/>
          <a:p>
            <a:pPr indent="0" marL="0">
              <a:buNone/>
            </a:pPr>
            <a:r>
              <a:rPr lang="en-US" sz="2600" b="1" dirty="0">
                <a:solidFill>
                  <a:srgbClr val="2C3E50"/>
                </a:solidFill>
                <a:latin typeface="Microsoft YaHei" pitchFamily="34" charset="0"/>
                <a:ea typeface="Microsoft YaHei" pitchFamily="34" charset="-122"/>
                <a:cs typeface="Microsoft YaHei" pitchFamily="34" charset="-120"/>
              </a:rPr>
              <a:t>实践内容</a:t>
            </a:r>
            <a:endParaRPr lang="en-US" sz="2600" dirty="0"/>
          </a:p>
        </p:txBody>
      </p:sp>
      <p:sp>
        <p:nvSpPr>
          <p:cNvPr id="4" name="Shape 2"/>
          <p:cNvSpPr/>
          <p:nvPr/>
        </p:nvSpPr>
        <p:spPr>
          <a:xfrm>
            <a:off x="548640" y="1005840"/>
            <a:ext cx="1371600" cy="2743200"/>
          </a:xfrm>
          <a:prstGeom prst="rect">
            <a:avLst/>
          </a:prstGeom>
          <a:solidFill>
            <a:srgbClr val="E67E22"/>
          </a:solidFill>
          <a:ln/>
        </p:spPr>
      </p:sp>
      <p:sp>
        <p:nvSpPr>
          <p:cNvPr id="5" name="Shape 3"/>
          <p:cNvSpPr/>
          <p:nvPr/>
        </p:nvSpPr>
        <p:spPr>
          <a:xfrm>
            <a:off x="548640" y="1463040"/>
            <a:ext cx="2560320" cy="4754880"/>
          </a:xfrm>
          <a:prstGeom prst="roundRect">
            <a:avLst>
              <a:gd name="adj" fmla="val 3571"/>
            </a:avLst>
          </a:prstGeom>
          <a:solidFill>
            <a:srgbClr val="FDF2E9"/>
          </a:solidFill>
          <a:ln/>
        </p:spPr>
      </p:sp>
      <p:sp>
        <p:nvSpPr>
          <p:cNvPr id="6" name="Text 4"/>
          <p:cNvSpPr/>
          <p:nvPr/>
        </p:nvSpPr>
        <p:spPr>
          <a:xfrm>
            <a:off x="548640" y="1737360"/>
            <a:ext cx="2560320" cy="731520"/>
          </a:xfrm>
          <a:prstGeom prst="rect">
            <a:avLst/>
          </a:prstGeom>
          <a:noFill/>
          <a:ln/>
        </p:spPr>
        <p:txBody>
          <a:bodyPr wrap="square" rtlCol="0" anchor="ctr"/>
          <a:lstStyle/>
          <a:p>
            <a:pPr algn="ctr" indent="0" marL="0">
              <a:buNone/>
            </a:pPr>
            <a:r>
              <a:rPr lang="en-US" sz="3000" dirty="0">
                <a:solidFill>
                  <a:srgbClr val="000000"/>
                </a:solidFill>
              </a:rPr>
              <a:t>📚</a:t>
            </a:r>
            <a:endParaRPr lang="en-US" sz="3000" dirty="0"/>
          </a:p>
        </p:txBody>
      </p:sp>
      <p:sp>
        <p:nvSpPr>
          <p:cNvPr id="7" name="Text 5"/>
          <p:cNvSpPr/>
          <p:nvPr/>
        </p:nvSpPr>
        <p:spPr>
          <a:xfrm>
            <a:off x="548640" y="2560320"/>
            <a:ext cx="2560320" cy="914400"/>
          </a:xfrm>
          <a:prstGeom prst="rect">
            <a:avLst/>
          </a:prstGeom>
          <a:noFill/>
          <a:ln/>
        </p:spPr>
        <p:txBody>
          <a:bodyPr wrap="square" rtlCol="0" anchor="ctr"/>
          <a:lstStyle/>
          <a:p>
            <a:pPr algn="ctr" indent="0" marL="0">
              <a:buNone/>
            </a:pPr>
            <a:r>
              <a:rPr lang="en-US" sz="1800" b="1" dirty="0">
                <a:solidFill>
                  <a:srgbClr val="2C3E50"/>
                </a:solidFill>
                <a:latin typeface="Microsoft YaHei" pitchFamily="34" charset="0"/>
                <a:ea typeface="Microsoft YaHei" pitchFamily="34" charset="-122"/>
                <a:cs typeface="Microsoft YaHei" pitchFamily="34" charset="-120"/>
              </a:rPr>
              <a:t>支教助学</a:t>
            </a:r>
            <a:endParaRPr lang="en-US" sz="1800" dirty="0"/>
          </a:p>
        </p:txBody>
      </p:sp>
      <p:sp>
        <p:nvSpPr>
          <p:cNvPr id="8" name="Text 6"/>
          <p:cNvSpPr/>
          <p:nvPr/>
        </p:nvSpPr>
        <p:spPr>
          <a:xfrm>
            <a:off x="822960" y="3657600"/>
            <a:ext cx="2011680" cy="2286000"/>
          </a:xfrm>
          <a:prstGeom prst="rect">
            <a:avLst/>
          </a:prstGeom>
          <a:noFill/>
          <a:ln/>
        </p:spPr>
        <p:txBody>
          <a:bodyPr wrap="square" rtlCol="0" anchor="ctr"/>
          <a:lstStyle/>
          <a:p>
            <a:pPr indent="0" marL="0">
              <a:lnSpc>
                <a:spcPct val="180000"/>
              </a:lnSpc>
              <a:buNone/>
            </a:pPr>
            <a:r>
              <a:rPr lang="en-US" sz="1300" dirty="0">
                <a:solidFill>
                  <a:srgbClr val="6B7B8D"/>
                </a:solidFill>
                <a:latin typeface="Microsoft YaHei" pitchFamily="34" charset="0"/>
                <a:ea typeface="Microsoft YaHei" pitchFamily="34" charset="-122"/>
                <a:cs typeface="Microsoft YaHei" pitchFamily="34" charset="-120"/>
              </a:rPr>
              <a:t>深入教育资源不均衡地区</a:t>
            </a:r>
            <a:endParaRPr lang="en-US" sz="1300" dirty="0"/>
          </a:p>
          <a:p>
            <a:pPr indent="0" marL="0">
              <a:lnSpc>
                <a:spcPct val="180000"/>
              </a:lnSpc>
              <a:buNone/>
            </a:pPr>
            <a:r>
              <a:rPr lang="en-US" sz="1300" dirty="0">
                <a:solidFill>
                  <a:srgbClr val="6B7B8D"/>
                </a:solidFill>
                <a:latin typeface="Microsoft YaHei" pitchFamily="34" charset="0"/>
                <a:ea typeface="Microsoft YaHei" pitchFamily="34" charset="-122"/>
                <a:cs typeface="Microsoft YaHei" pitchFamily="34" charset="-120"/>
              </a:rPr>
              <a:t>开展课业辅导与知识拓展</a:t>
            </a:r>
            <a:endParaRPr lang="en-US" sz="1300" dirty="0"/>
          </a:p>
          <a:p>
            <a:pPr indent="0" marL="0">
              <a:lnSpc>
                <a:spcPct val="180000"/>
              </a:lnSpc>
              <a:buNone/>
            </a:pPr>
            <a:r>
              <a:rPr lang="en-US" sz="1300" dirty="0">
                <a:solidFill>
                  <a:srgbClr val="6B7B8D"/>
                </a:solidFill>
                <a:latin typeface="Microsoft YaHei" pitchFamily="34" charset="0"/>
                <a:ea typeface="Microsoft YaHei" pitchFamily="34" charset="-122"/>
                <a:cs typeface="Microsoft YaHei" pitchFamily="34" charset="-120"/>
              </a:rPr>
              <a:t>帮助儿童夯实学业基础</a:t>
            </a:r>
            <a:endParaRPr lang="en-US" sz="1300" dirty="0"/>
          </a:p>
        </p:txBody>
      </p:sp>
      <p:sp>
        <p:nvSpPr>
          <p:cNvPr id="9" name="Shape 7"/>
          <p:cNvSpPr/>
          <p:nvPr/>
        </p:nvSpPr>
        <p:spPr>
          <a:xfrm>
            <a:off x="3383280" y="1463040"/>
            <a:ext cx="2560320" cy="4754880"/>
          </a:xfrm>
          <a:prstGeom prst="roundRect">
            <a:avLst>
              <a:gd name="adj" fmla="val 3571"/>
            </a:avLst>
          </a:prstGeom>
          <a:solidFill>
            <a:srgbClr val="FDF2E9"/>
          </a:solidFill>
          <a:ln/>
        </p:spPr>
      </p:sp>
      <p:sp>
        <p:nvSpPr>
          <p:cNvPr id="10" name="Text 8"/>
          <p:cNvSpPr/>
          <p:nvPr/>
        </p:nvSpPr>
        <p:spPr>
          <a:xfrm>
            <a:off x="3383280" y="1737360"/>
            <a:ext cx="2560320" cy="731520"/>
          </a:xfrm>
          <a:prstGeom prst="rect">
            <a:avLst/>
          </a:prstGeom>
          <a:noFill/>
          <a:ln/>
        </p:spPr>
        <p:txBody>
          <a:bodyPr wrap="square" rtlCol="0" anchor="ctr"/>
          <a:lstStyle/>
          <a:p>
            <a:pPr algn="ctr" indent="0" marL="0">
              <a:buNone/>
            </a:pPr>
            <a:r>
              <a:rPr lang="en-US" sz="3000" dirty="0">
                <a:solidFill>
                  <a:srgbClr val="000000"/>
                </a:solidFill>
              </a:rPr>
              <a:t>🤝</a:t>
            </a:r>
            <a:endParaRPr lang="en-US" sz="3000" dirty="0"/>
          </a:p>
        </p:txBody>
      </p:sp>
      <p:sp>
        <p:nvSpPr>
          <p:cNvPr id="11" name="Text 9"/>
          <p:cNvSpPr/>
          <p:nvPr/>
        </p:nvSpPr>
        <p:spPr>
          <a:xfrm>
            <a:off x="3383280" y="2560320"/>
            <a:ext cx="2560320" cy="914400"/>
          </a:xfrm>
          <a:prstGeom prst="rect">
            <a:avLst/>
          </a:prstGeom>
          <a:noFill/>
          <a:ln/>
        </p:spPr>
        <p:txBody>
          <a:bodyPr wrap="square" rtlCol="0" anchor="ctr"/>
          <a:lstStyle/>
          <a:p>
            <a:pPr algn="ctr" indent="0" marL="0">
              <a:buNone/>
            </a:pPr>
            <a:r>
              <a:rPr lang="en-US" sz="1800" b="1" dirty="0">
                <a:solidFill>
                  <a:srgbClr val="2C3E50"/>
                </a:solidFill>
                <a:latin typeface="Microsoft YaHei" pitchFamily="34" charset="0"/>
                <a:ea typeface="Microsoft YaHei" pitchFamily="34" charset="-122"/>
                <a:cs typeface="Microsoft YaHei" pitchFamily="34" charset="-120"/>
              </a:rPr>
              <a:t>陪伴关怀</a:t>
            </a:r>
            <a:endParaRPr lang="en-US" sz="1800" dirty="0"/>
          </a:p>
        </p:txBody>
      </p:sp>
      <p:sp>
        <p:nvSpPr>
          <p:cNvPr id="12" name="Text 10"/>
          <p:cNvSpPr/>
          <p:nvPr/>
        </p:nvSpPr>
        <p:spPr>
          <a:xfrm>
            <a:off x="3657600" y="3657600"/>
            <a:ext cx="2011680" cy="2286000"/>
          </a:xfrm>
          <a:prstGeom prst="rect">
            <a:avLst/>
          </a:prstGeom>
          <a:noFill/>
          <a:ln/>
        </p:spPr>
        <p:txBody>
          <a:bodyPr wrap="square" rtlCol="0" anchor="ctr"/>
          <a:lstStyle/>
          <a:p>
            <a:pPr indent="0" marL="0">
              <a:lnSpc>
                <a:spcPct val="180000"/>
              </a:lnSpc>
              <a:buNone/>
            </a:pPr>
            <a:r>
              <a:rPr lang="en-US" sz="1300" dirty="0">
                <a:solidFill>
                  <a:srgbClr val="6B7B8D"/>
                </a:solidFill>
                <a:latin typeface="Microsoft YaHei" pitchFamily="34" charset="0"/>
                <a:ea typeface="Microsoft YaHei" pitchFamily="34" charset="-122"/>
                <a:cs typeface="Microsoft YaHei" pitchFamily="34" charset="-120"/>
              </a:rPr>
              <a:t>以日常陪伴与心灵沟通</a:t>
            </a:r>
            <a:endParaRPr lang="en-US" sz="1300" dirty="0"/>
          </a:p>
          <a:p>
            <a:pPr indent="0" marL="0">
              <a:lnSpc>
                <a:spcPct val="180000"/>
              </a:lnSpc>
              <a:buNone/>
            </a:pPr>
            <a:r>
              <a:rPr lang="en-US" sz="1300" dirty="0">
                <a:solidFill>
                  <a:srgbClr val="6B7B8D"/>
                </a:solidFill>
                <a:latin typeface="Microsoft YaHei" pitchFamily="34" charset="0"/>
                <a:ea typeface="Microsoft YaHei" pitchFamily="34" charset="-122"/>
                <a:cs typeface="Microsoft YaHei" pitchFamily="34" charset="-120"/>
              </a:rPr>
              <a:t>为核心</a:t>
            </a:r>
            <a:endParaRPr lang="en-US" sz="1300" dirty="0"/>
          </a:p>
          <a:p>
            <a:pPr indent="0" marL="0">
              <a:lnSpc>
                <a:spcPct val="180000"/>
              </a:lnSpc>
              <a:buNone/>
            </a:pPr>
            <a:r>
              <a:rPr lang="en-US" sz="1300" dirty="0">
                <a:solidFill>
                  <a:srgbClr val="6B7B8D"/>
                </a:solidFill>
                <a:latin typeface="Microsoft YaHei" pitchFamily="34" charset="0"/>
                <a:ea typeface="Microsoft YaHei" pitchFamily="34" charset="-122"/>
                <a:cs typeface="Microsoft YaHei" pitchFamily="34" charset="-120"/>
              </a:rPr>
              <a:t>关注儿童心理健康</a:t>
            </a:r>
            <a:endParaRPr lang="en-US" sz="1300" dirty="0"/>
          </a:p>
        </p:txBody>
      </p:sp>
      <p:sp>
        <p:nvSpPr>
          <p:cNvPr id="13" name="Shape 11"/>
          <p:cNvSpPr/>
          <p:nvPr/>
        </p:nvSpPr>
        <p:spPr>
          <a:xfrm>
            <a:off x="6217920" y="1463040"/>
            <a:ext cx="2560320" cy="4754880"/>
          </a:xfrm>
          <a:prstGeom prst="roundRect">
            <a:avLst>
              <a:gd name="adj" fmla="val 3571"/>
            </a:avLst>
          </a:prstGeom>
          <a:solidFill>
            <a:srgbClr val="FDF2E9"/>
          </a:solidFill>
          <a:ln/>
        </p:spPr>
      </p:sp>
      <p:sp>
        <p:nvSpPr>
          <p:cNvPr id="14" name="Text 12"/>
          <p:cNvSpPr/>
          <p:nvPr/>
        </p:nvSpPr>
        <p:spPr>
          <a:xfrm>
            <a:off x="6217920" y="1737360"/>
            <a:ext cx="2560320" cy="731520"/>
          </a:xfrm>
          <a:prstGeom prst="rect">
            <a:avLst/>
          </a:prstGeom>
          <a:noFill/>
          <a:ln/>
        </p:spPr>
        <p:txBody>
          <a:bodyPr wrap="square" rtlCol="0" anchor="ctr"/>
          <a:lstStyle/>
          <a:p>
            <a:pPr algn="ctr" indent="0" marL="0">
              <a:buNone/>
            </a:pPr>
            <a:r>
              <a:rPr lang="en-US" sz="3000" dirty="0">
                <a:solidFill>
                  <a:srgbClr val="000000"/>
                </a:solidFill>
              </a:rPr>
              <a:t>🎭</a:t>
            </a:r>
            <a:endParaRPr lang="en-US" sz="3000" dirty="0"/>
          </a:p>
        </p:txBody>
      </p:sp>
      <p:sp>
        <p:nvSpPr>
          <p:cNvPr id="15" name="Text 13"/>
          <p:cNvSpPr/>
          <p:nvPr/>
        </p:nvSpPr>
        <p:spPr>
          <a:xfrm>
            <a:off x="6217920" y="2560320"/>
            <a:ext cx="2560320" cy="914400"/>
          </a:xfrm>
          <a:prstGeom prst="rect">
            <a:avLst/>
          </a:prstGeom>
          <a:noFill/>
          <a:ln/>
        </p:spPr>
        <p:txBody>
          <a:bodyPr wrap="square" rtlCol="0" anchor="ctr"/>
          <a:lstStyle/>
          <a:p>
            <a:pPr algn="ctr" indent="0" marL="0">
              <a:buNone/>
            </a:pPr>
            <a:r>
              <a:rPr lang="en-US" sz="1800" b="1" dirty="0">
                <a:solidFill>
                  <a:srgbClr val="2C3E50"/>
                </a:solidFill>
                <a:latin typeface="Microsoft YaHei" pitchFamily="34" charset="0"/>
                <a:ea typeface="Microsoft YaHei" pitchFamily="34" charset="-122"/>
                <a:cs typeface="Microsoft YaHei" pitchFamily="34" charset="-120"/>
              </a:rPr>
              <a:t>募捐义卖</a:t>
            </a:r>
            <a:endParaRPr lang="en-US" sz="1800" dirty="0"/>
          </a:p>
          <a:p>
            <a:pPr algn="ctr" indent="0" marL="0">
              <a:buNone/>
            </a:pPr>
            <a:r>
              <a:rPr lang="en-US" sz="1800" b="1" dirty="0">
                <a:solidFill>
                  <a:srgbClr val="2C3E50"/>
                </a:solidFill>
                <a:latin typeface="Microsoft YaHei" pitchFamily="34" charset="0"/>
                <a:ea typeface="Microsoft YaHei" pitchFamily="34" charset="-122"/>
                <a:cs typeface="Microsoft YaHei" pitchFamily="34" charset="-120"/>
              </a:rPr>
              <a:t>文艺汇演</a:t>
            </a:r>
            <a:endParaRPr lang="en-US" sz="1800" dirty="0"/>
          </a:p>
        </p:txBody>
      </p:sp>
      <p:sp>
        <p:nvSpPr>
          <p:cNvPr id="16" name="Text 14"/>
          <p:cNvSpPr/>
          <p:nvPr/>
        </p:nvSpPr>
        <p:spPr>
          <a:xfrm>
            <a:off x="6492240" y="3657600"/>
            <a:ext cx="2011680" cy="2286000"/>
          </a:xfrm>
          <a:prstGeom prst="rect">
            <a:avLst/>
          </a:prstGeom>
          <a:noFill/>
          <a:ln/>
        </p:spPr>
        <p:txBody>
          <a:bodyPr wrap="square" rtlCol="0" anchor="ctr"/>
          <a:lstStyle/>
          <a:p>
            <a:pPr indent="0" marL="0">
              <a:lnSpc>
                <a:spcPct val="180000"/>
              </a:lnSpc>
              <a:buNone/>
            </a:pPr>
            <a:r>
              <a:rPr lang="en-US" sz="1300" dirty="0">
                <a:solidFill>
                  <a:srgbClr val="6B7B8D"/>
                </a:solidFill>
                <a:latin typeface="Microsoft YaHei" pitchFamily="34" charset="0"/>
                <a:ea typeface="Microsoft YaHei" pitchFamily="34" charset="-122"/>
                <a:cs typeface="Microsoft YaHei" pitchFamily="34" charset="-120"/>
              </a:rPr>
              <a:t>组织爱心募捐、义卖活动</a:t>
            </a:r>
            <a:endParaRPr lang="en-US" sz="1300" dirty="0"/>
          </a:p>
          <a:p>
            <a:pPr indent="0" marL="0">
              <a:lnSpc>
                <a:spcPct val="180000"/>
              </a:lnSpc>
              <a:buNone/>
            </a:pPr>
            <a:r>
              <a:rPr lang="en-US" sz="1300" dirty="0">
                <a:solidFill>
                  <a:srgbClr val="6B7B8D"/>
                </a:solidFill>
                <a:latin typeface="Microsoft YaHei" pitchFamily="34" charset="0"/>
                <a:ea typeface="Microsoft YaHei" pitchFamily="34" charset="-122"/>
                <a:cs typeface="Microsoft YaHei" pitchFamily="34" charset="-120"/>
              </a:rPr>
              <a:t>和文艺汇演</a:t>
            </a:r>
            <a:endParaRPr lang="en-US" sz="1300" dirty="0"/>
          </a:p>
          <a:p>
            <a:pPr indent="0" marL="0">
              <a:lnSpc>
                <a:spcPct val="180000"/>
              </a:lnSpc>
              <a:buNone/>
            </a:pPr>
            <a:r>
              <a:rPr lang="en-US" sz="1300" dirty="0">
                <a:solidFill>
                  <a:srgbClr val="6B7B8D"/>
                </a:solidFill>
                <a:latin typeface="Microsoft YaHei" pitchFamily="34" charset="0"/>
                <a:ea typeface="Microsoft YaHei" pitchFamily="34" charset="-122"/>
                <a:cs typeface="Microsoft YaHei" pitchFamily="34" charset="-120"/>
              </a:rPr>
              <a:t>汇聚社会力量</a:t>
            </a:r>
            <a:endParaRPr lang="en-US" sz="1300" dirty="0"/>
          </a:p>
        </p:txBody>
      </p:sp>
      <p:sp>
        <p:nvSpPr>
          <p:cNvPr id="17" name="Shape 15"/>
          <p:cNvSpPr/>
          <p:nvPr/>
        </p:nvSpPr>
        <p:spPr>
          <a:xfrm>
            <a:off x="9052560" y="1463040"/>
            <a:ext cx="2560320" cy="4754880"/>
          </a:xfrm>
          <a:prstGeom prst="roundRect">
            <a:avLst>
              <a:gd name="adj" fmla="val 3571"/>
            </a:avLst>
          </a:prstGeom>
          <a:solidFill>
            <a:srgbClr val="FDF2E9"/>
          </a:solidFill>
          <a:ln/>
        </p:spPr>
      </p:sp>
      <p:sp>
        <p:nvSpPr>
          <p:cNvPr id="18" name="Text 16"/>
          <p:cNvSpPr/>
          <p:nvPr/>
        </p:nvSpPr>
        <p:spPr>
          <a:xfrm>
            <a:off x="9052560" y="1737360"/>
            <a:ext cx="2560320" cy="731520"/>
          </a:xfrm>
          <a:prstGeom prst="rect">
            <a:avLst/>
          </a:prstGeom>
          <a:noFill/>
          <a:ln/>
        </p:spPr>
        <p:txBody>
          <a:bodyPr wrap="square" rtlCol="0" anchor="ctr"/>
          <a:lstStyle/>
          <a:p>
            <a:pPr algn="ctr" indent="0" marL="0">
              <a:buNone/>
            </a:pPr>
            <a:r>
              <a:rPr lang="en-US" sz="3000" dirty="0">
                <a:solidFill>
                  <a:srgbClr val="000000"/>
                </a:solidFill>
              </a:rPr>
              <a:t>💡</a:t>
            </a:r>
            <a:endParaRPr lang="en-US" sz="3000" dirty="0"/>
          </a:p>
        </p:txBody>
      </p:sp>
      <p:sp>
        <p:nvSpPr>
          <p:cNvPr id="19" name="Text 17"/>
          <p:cNvSpPr/>
          <p:nvPr/>
        </p:nvSpPr>
        <p:spPr>
          <a:xfrm>
            <a:off x="9052560" y="2560320"/>
            <a:ext cx="2560320" cy="914400"/>
          </a:xfrm>
          <a:prstGeom prst="rect">
            <a:avLst/>
          </a:prstGeom>
          <a:noFill/>
          <a:ln/>
        </p:spPr>
        <p:txBody>
          <a:bodyPr wrap="square" rtlCol="0" anchor="ctr"/>
          <a:lstStyle/>
          <a:p>
            <a:pPr algn="ctr" indent="0" marL="0">
              <a:buNone/>
            </a:pPr>
            <a:r>
              <a:rPr lang="en-US" sz="1800" b="1" dirty="0">
                <a:solidFill>
                  <a:srgbClr val="2C3E50"/>
                </a:solidFill>
                <a:latin typeface="Microsoft YaHei" pitchFamily="34" charset="0"/>
                <a:ea typeface="Microsoft YaHei" pitchFamily="34" charset="-122"/>
                <a:cs typeface="Microsoft YaHei" pitchFamily="34" charset="-120"/>
              </a:rPr>
              <a:t>科技创新</a:t>
            </a:r>
            <a:endParaRPr lang="en-US" sz="1800" dirty="0"/>
          </a:p>
        </p:txBody>
      </p:sp>
      <p:sp>
        <p:nvSpPr>
          <p:cNvPr id="20" name="Text 18"/>
          <p:cNvSpPr/>
          <p:nvPr/>
        </p:nvSpPr>
        <p:spPr>
          <a:xfrm>
            <a:off x="9326880" y="3657600"/>
            <a:ext cx="2011680" cy="2286000"/>
          </a:xfrm>
          <a:prstGeom prst="rect">
            <a:avLst/>
          </a:prstGeom>
          <a:noFill/>
          <a:ln/>
        </p:spPr>
        <p:txBody>
          <a:bodyPr wrap="square" rtlCol="0" anchor="ctr"/>
          <a:lstStyle/>
          <a:p>
            <a:pPr indent="0" marL="0">
              <a:lnSpc>
                <a:spcPct val="180000"/>
              </a:lnSpc>
              <a:buNone/>
            </a:pPr>
            <a:r>
              <a:rPr lang="en-US" sz="1300" dirty="0">
                <a:solidFill>
                  <a:srgbClr val="6B7B8D"/>
                </a:solidFill>
                <a:latin typeface="Microsoft YaHei" pitchFamily="34" charset="0"/>
                <a:ea typeface="Microsoft YaHei" pitchFamily="34" charset="-122"/>
                <a:cs typeface="Microsoft YaHei" pitchFamily="34" charset="-120"/>
              </a:rPr>
              <a:t>发挥专业优势</a:t>
            </a:r>
            <a:endParaRPr lang="en-US" sz="1300" dirty="0"/>
          </a:p>
          <a:p>
            <a:pPr indent="0" marL="0">
              <a:lnSpc>
                <a:spcPct val="180000"/>
              </a:lnSpc>
              <a:buNone/>
            </a:pPr>
            <a:r>
              <a:rPr lang="en-US" sz="1300" dirty="0">
                <a:solidFill>
                  <a:srgbClr val="6B7B8D"/>
                </a:solidFill>
                <a:latin typeface="Microsoft YaHei" pitchFamily="34" charset="0"/>
                <a:ea typeface="Microsoft YaHei" pitchFamily="34" charset="-122"/>
                <a:cs typeface="Microsoft YaHei" pitchFamily="34" charset="-120"/>
              </a:rPr>
              <a:t>研发智能点读系统</a:t>
            </a:r>
            <a:endParaRPr lang="en-US" sz="1300" dirty="0"/>
          </a:p>
          <a:p>
            <a:pPr indent="0" marL="0">
              <a:lnSpc>
                <a:spcPct val="180000"/>
              </a:lnSpc>
              <a:buNone/>
            </a:pPr>
            <a:r>
              <a:rPr lang="en-US" sz="1300" dirty="0">
                <a:solidFill>
                  <a:srgbClr val="6B7B8D"/>
                </a:solidFill>
                <a:latin typeface="Microsoft YaHei" pitchFamily="34" charset="0"/>
                <a:ea typeface="Microsoft YaHei" pitchFamily="34" charset="-122"/>
                <a:cs typeface="Microsoft YaHei" pitchFamily="34" charset="-120"/>
              </a:rPr>
              <a:t>以科技赋能教育公平</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365760"/>
            <a:ext cx="731520" cy="548640"/>
          </a:xfrm>
          <a:prstGeom prst="rect">
            <a:avLst/>
          </a:prstGeom>
          <a:noFill/>
          <a:ln/>
        </p:spPr>
        <p:txBody>
          <a:bodyPr wrap="square" rtlCol="0" anchor="ctr"/>
          <a:lstStyle/>
          <a:p>
            <a:pPr indent="0" marL="0">
              <a:buNone/>
            </a:pPr>
            <a:r>
              <a:rPr lang="en-US" sz="1100" b="1" dirty="0">
                <a:solidFill>
                  <a:srgbClr val="E67E22"/>
                </a:solidFill>
                <a:latin typeface="Arial" pitchFamily="34" charset="0"/>
                <a:ea typeface="Arial" pitchFamily="34" charset="-122"/>
                <a:cs typeface="Arial" pitchFamily="34" charset="-120"/>
              </a:rPr>
              <a:t>03</a:t>
            </a:r>
            <a:endParaRPr lang="en-US" sz="1100" dirty="0"/>
          </a:p>
        </p:txBody>
      </p:sp>
      <p:sp>
        <p:nvSpPr>
          <p:cNvPr id="3" name="Text 1"/>
          <p:cNvSpPr/>
          <p:nvPr/>
        </p:nvSpPr>
        <p:spPr>
          <a:xfrm>
            <a:off x="1280160" y="365760"/>
            <a:ext cx="9144000" cy="640080"/>
          </a:xfrm>
          <a:prstGeom prst="rect">
            <a:avLst/>
          </a:prstGeom>
          <a:noFill/>
          <a:ln/>
        </p:spPr>
        <p:txBody>
          <a:bodyPr wrap="square" rtlCol="0" anchor="ctr"/>
          <a:lstStyle/>
          <a:p>
            <a:pPr indent="0" marL="0">
              <a:buNone/>
            </a:pPr>
            <a:r>
              <a:rPr lang="en-US" sz="2600" b="1" dirty="0">
                <a:solidFill>
                  <a:srgbClr val="2C3E50"/>
                </a:solidFill>
                <a:latin typeface="Microsoft YaHei" pitchFamily="34" charset="0"/>
                <a:ea typeface="Microsoft YaHei" pitchFamily="34" charset="-122"/>
                <a:cs typeface="Microsoft YaHei" pitchFamily="34" charset="-120"/>
              </a:rPr>
              <a:t>成果数据</a:t>
            </a:r>
            <a:endParaRPr lang="en-US" sz="2600" dirty="0"/>
          </a:p>
        </p:txBody>
      </p:sp>
      <p:sp>
        <p:nvSpPr>
          <p:cNvPr id="4" name="Shape 2"/>
          <p:cNvSpPr/>
          <p:nvPr/>
        </p:nvSpPr>
        <p:spPr>
          <a:xfrm>
            <a:off x="548640" y="1005840"/>
            <a:ext cx="1371600" cy="2743200"/>
          </a:xfrm>
          <a:prstGeom prst="rect">
            <a:avLst/>
          </a:prstGeom>
          <a:solidFill>
            <a:srgbClr val="E67E22"/>
          </a:solidFill>
          <a:ln/>
        </p:spPr>
      </p:sp>
      <p:sp>
        <p:nvSpPr>
          <p:cNvPr id="5" name="Shape 3"/>
          <p:cNvSpPr/>
          <p:nvPr/>
        </p:nvSpPr>
        <p:spPr>
          <a:xfrm>
            <a:off x="1097280" y="1645920"/>
            <a:ext cx="2194560" cy="3291840"/>
          </a:xfrm>
          <a:prstGeom prst="rect">
            <a:avLst/>
          </a:prstGeom>
          <a:solidFill>
            <a:srgbClr val="FFFFFF"/>
          </a:solidFill>
          <a:ln w="12700">
            <a:solidFill>
              <a:srgbClr val="E8E8E8"/>
            </a:solidFill>
            <a:prstDash val="solid"/>
          </a:ln>
        </p:spPr>
      </p:sp>
      <p:sp>
        <p:nvSpPr>
          <p:cNvPr id="6" name="Text 4"/>
          <p:cNvSpPr/>
          <p:nvPr/>
        </p:nvSpPr>
        <p:spPr>
          <a:xfrm>
            <a:off x="1097280" y="1828800"/>
            <a:ext cx="2194560" cy="1097280"/>
          </a:xfrm>
          <a:prstGeom prst="rect">
            <a:avLst/>
          </a:prstGeom>
          <a:noFill/>
          <a:ln/>
        </p:spPr>
        <p:txBody>
          <a:bodyPr wrap="square" rtlCol="0" anchor="ctr"/>
          <a:lstStyle/>
          <a:p>
            <a:pPr algn="ctr" indent="0" marL="0">
              <a:buNone/>
            </a:pPr>
            <a:r>
              <a:rPr lang="en-US" sz="3800" b="1" dirty="0">
                <a:solidFill>
                  <a:srgbClr val="E67E22"/>
                </a:solidFill>
                <a:latin typeface="Arial" pitchFamily="34" charset="0"/>
                <a:ea typeface="Arial" pitchFamily="34" charset="-122"/>
                <a:cs typeface="Arial" pitchFamily="34" charset="-120"/>
              </a:rPr>
              <a:t>600+</a:t>
            </a:r>
            <a:endParaRPr lang="en-US" sz="3800" dirty="0"/>
          </a:p>
        </p:txBody>
      </p:sp>
      <p:sp>
        <p:nvSpPr>
          <p:cNvPr id="7" name="Text 5"/>
          <p:cNvSpPr/>
          <p:nvPr/>
        </p:nvSpPr>
        <p:spPr>
          <a:xfrm>
            <a:off x="1097280" y="3108960"/>
            <a:ext cx="2194560" cy="1097280"/>
          </a:xfrm>
          <a:prstGeom prst="rect">
            <a:avLst/>
          </a:prstGeom>
          <a:noFill/>
          <a:ln/>
        </p:spPr>
        <p:txBody>
          <a:bodyPr wrap="square" rtlCol="0" anchor="ctr"/>
          <a:lstStyle/>
          <a:p>
            <a:pPr algn="ctr" indent="0" marL="0">
              <a:buNone/>
            </a:pPr>
            <a:r>
              <a:rPr lang="en-US" sz="1300" dirty="0">
                <a:solidFill>
                  <a:srgbClr val="6B7B8D"/>
                </a:solidFill>
                <a:latin typeface="Microsoft YaHei" pitchFamily="34" charset="0"/>
                <a:ea typeface="Microsoft YaHei" pitchFamily="34" charset="-122"/>
                <a:cs typeface="Microsoft YaHei" pitchFamily="34" charset="-120"/>
              </a:rPr>
              <a:t>活动次数</a:t>
            </a:r>
            <a:endParaRPr lang="en-US" sz="1300" dirty="0"/>
          </a:p>
        </p:txBody>
      </p:sp>
      <p:sp>
        <p:nvSpPr>
          <p:cNvPr id="8" name="Shape 6"/>
          <p:cNvSpPr/>
          <p:nvPr/>
        </p:nvSpPr>
        <p:spPr>
          <a:xfrm>
            <a:off x="3749040" y="1645920"/>
            <a:ext cx="2194560" cy="3291840"/>
          </a:xfrm>
          <a:prstGeom prst="rect">
            <a:avLst/>
          </a:prstGeom>
          <a:solidFill>
            <a:srgbClr val="FFFFFF"/>
          </a:solidFill>
          <a:ln w="12700">
            <a:solidFill>
              <a:srgbClr val="E8E8E8"/>
            </a:solidFill>
            <a:prstDash val="solid"/>
          </a:ln>
        </p:spPr>
      </p:sp>
      <p:sp>
        <p:nvSpPr>
          <p:cNvPr id="9" name="Text 7"/>
          <p:cNvSpPr/>
          <p:nvPr/>
        </p:nvSpPr>
        <p:spPr>
          <a:xfrm>
            <a:off x="3749040" y="1828800"/>
            <a:ext cx="2194560" cy="1097280"/>
          </a:xfrm>
          <a:prstGeom prst="rect">
            <a:avLst/>
          </a:prstGeom>
          <a:noFill/>
          <a:ln/>
        </p:spPr>
        <p:txBody>
          <a:bodyPr wrap="square" rtlCol="0" anchor="ctr"/>
          <a:lstStyle/>
          <a:p>
            <a:pPr algn="ctr" indent="0" marL="0">
              <a:buNone/>
            </a:pPr>
            <a:r>
              <a:rPr lang="en-US" sz="3800" b="1" dirty="0">
                <a:solidFill>
                  <a:srgbClr val="E67E22"/>
                </a:solidFill>
                <a:latin typeface="Arial" pitchFamily="34" charset="0"/>
                <a:ea typeface="Arial" pitchFamily="34" charset="-122"/>
                <a:cs typeface="Arial" pitchFamily="34" charset="-120"/>
              </a:rPr>
              <a:t>4000+</a:t>
            </a:r>
            <a:endParaRPr lang="en-US" sz="3800" dirty="0"/>
          </a:p>
        </p:txBody>
      </p:sp>
      <p:sp>
        <p:nvSpPr>
          <p:cNvPr id="10" name="Text 8"/>
          <p:cNvSpPr/>
          <p:nvPr/>
        </p:nvSpPr>
        <p:spPr>
          <a:xfrm>
            <a:off x="3749040" y="3108960"/>
            <a:ext cx="2194560" cy="1097280"/>
          </a:xfrm>
          <a:prstGeom prst="rect">
            <a:avLst/>
          </a:prstGeom>
          <a:noFill/>
          <a:ln/>
        </p:spPr>
        <p:txBody>
          <a:bodyPr wrap="square" rtlCol="0" anchor="ctr"/>
          <a:lstStyle/>
          <a:p>
            <a:pPr algn="ctr" indent="0" marL="0">
              <a:buNone/>
            </a:pPr>
            <a:r>
              <a:rPr lang="en-US" sz="1300" dirty="0">
                <a:solidFill>
                  <a:srgbClr val="6B7B8D"/>
                </a:solidFill>
                <a:latin typeface="Microsoft YaHei" pitchFamily="34" charset="0"/>
                <a:ea typeface="Microsoft YaHei" pitchFamily="34" charset="-122"/>
                <a:cs typeface="Microsoft YaHei" pitchFamily="34" charset="-120"/>
              </a:rPr>
              <a:t>累计服务人次</a:t>
            </a:r>
            <a:endParaRPr lang="en-US" sz="1300" dirty="0"/>
          </a:p>
        </p:txBody>
      </p:sp>
      <p:sp>
        <p:nvSpPr>
          <p:cNvPr id="11" name="Shape 9"/>
          <p:cNvSpPr/>
          <p:nvPr/>
        </p:nvSpPr>
        <p:spPr>
          <a:xfrm>
            <a:off x="6400800" y="1645920"/>
            <a:ext cx="2194560" cy="3291840"/>
          </a:xfrm>
          <a:prstGeom prst="rect">
            <a:avLst/>
          </a:prstGeom>
          <a:solidFill>
            <a:srgbClr val="FFFFFF"/>
          </a:solidFill>
          <a:ln w="12700">
            <a:solidFill>
              <a:srgbClr val="E8E8E8"/>
            </a:solidFill>
            <a:prstDash val="solid"/>
          </a:ln>
        </p:spPr>
      </p:sp>
      <p:sp>
        <p:nvSpPr>
          <p:cNvPr id="12" name="Text 10"/>
          <p:cNvSpPr/>
          <p:nvPr/>
        </p:nvSpPr>
        <p:spPr>
          <a:xfrm>
            <a:off x="6400800" y="1828800"/>
            <a:ext cx="2194560" cy="1097280"/>
          </a:xfrm>
          <a:prstGeom prst="rect">
            <a:avLst/>
          </a:prstGeom>
          <a:noFill/>
          <a:ln/>
        </p:spPr>
        <p:txBody>
          <a:bodyPr wrap="square" rtlCol="0" anchor="ctr"/>
          <a:lstStyle/>
          <a:p>
            <a:pPr algn="ctr" indent="0" marL="0">
              <a:buNone/>
            </a:pPr>
            <a:r>
              <a:rPr lang="en-US" sz="3800" b="1" dirty="0">
                <a:solidFill>
                  <a:srgbClr val="E67E22"/>
                </a:solidFill>
                <a:latin typeface="Arial" pitchFamily="34" charset="0"/>
                <a:ea typeface="Arial" pitchFamily="34" charset="-122"/>
                <a:cs typeface="Arial" pitchFamily="34" charset="-120"/>
              </a:rPr>
              <a:t>20000+</a:t>
            </a:r>
            <a:endParaRPr lang="en-US" sz="3800" dirty="0"/>
          </a:p>
        </p:txBody>
      </p:sp>
      <p:sp>
        <p:nvSpPr>
          <p:cNvPr id="13" name="Text 11"/>
          <p:cNvSpPr/>
          <p:nvPr/>
        </p:nvSpPr>
        <p:spPr>
          <a:xfrm>
            <a:off x="6400800" y="3108960"/>
            <a:ext cx="2194560" cy="1097280"/>
          </a:xfrm>
          <a:prstGeom prst="rect">
            <a:avLst/>
          </a:prstGeom>
          <a:noFill/>
          <a:ln/>
        </p:spPr>
        <p:txBody>
          <a:bodyPr wrap="square" rtlCol="0" anchor="ctr"/>
          <a:lstStyle/>
          <a:p>
            <a:pPr algn="ctr" indent="0" marL="0">
              <a:buNone/>
            </a:pPr>
            <a:r>
              <a:rPr lang="en-US" sz="1300" dirty="0">
                <a:solidFill>
                  <a:srgbClr val="6B7B8D"/>
                </a:solidFill>
                <a:latin typeface="Microsoft YaHei" pitchFamily="34" charset="0"/>
                <a:ea typeface="Microsoft YaHei" pitchFamily="34" charset="-122"/>
                <a:cs typeface="Microsoft YaHei" pitchFamily="34" charset="-120"/>
              </a:rPr>
              <a:t>志愿服务时长</a:t>
            </a:r>
            <a:endParaRPr lang="en-US" sz="1300" dirty="0"/>
          </a:p>
          <a:p>
            <a:pPr algn="ctr" indent="0" marL="0">
              <a:buNone/>
            </a:pPr>
            <a:r>
              <a:rPr lang="en-US" sz="1300" dirty="0">
                <a:solidFill>
                  <a:srgbClr val="6B7B8D"/>
                </a:solidFill>
                <a:latin typeface="Microsoft YaHei" pitchFamily="34" charset="0"/>
                <a:ea typeface="Microsoft YaHei" pitchFamily="34" charset="-122"/>
                <a:cs typeface="Microsoft YaHei" pitchFamily="34" charset="-120"/>
              </a:rPr>
              <a:t>（小时）</a:t>
            </a:r>
            <a:endParaRPr lang="en-US" sz="1300" dirty="0"/>
          </a:p>
        </p:txBody>
      </p:sp>
      <p:sp>
        <p:nvSpPr>
          <p:cNvPr id="14" name="Shape 12"/>
          <p:cNvSpPr/>
          <p:nvPr/>
        </p:nvSpPr>
        <p:spPr>
          <a:xfrm>
            <a:off x="9052560" y="1645920"/>
            <a:ext cx="2194560" cy="3291840"/>
          </a:xfrm>
          <a:prstGeom prst="rect">
            <a:avLst/>
          </a:prstGeom>
          <a:solidFill>
            <a:srgbClr val="FFFFFF"/>
          </a:solidFill>
          <a:ln w="12700">
            <a:solidFill>
              <a:srgbClr val="E8E8E8"/>
            </a:solidFill>
            <a:prstDash val="solid"/>
          </a:ln>
        </p:spPr>
      </p:sp>
      <p:sp>
        <p:nvSpPr>
          <p:cNvPr id="15" name="Text 13"/>
          <p:cNvSpPr/>
          <p:nvPr/>
        </p:nvSpPr>
        <p:spPr>
          <a:xfrm>
            <a:off x="9052560" y="1828800"/>
            <a:ext cx="2194560" cy="1097280"/>
          </a:xfrm>
          <a:prstGeom prst="rect">
            <a:avLst/>
          </a:prstGeom>
          <a:noFill/>
          <a:ln/>
        </p:spPr>
        <p:txBody>
          <a:bodyPr wrap="square" rtlCol="0" anchor="ctr"/>
          <a:lstStyle/>
          <a:p>
            <a:pPr algn="ctr" indent="0" marL="0">
              <a:buNone/>
            </a:pPr>
            <a:r>
              <a:rPr lang="en-US" sz="3800" b="1" dirty="0">
                <a:solidFill>
                  <a:srgbClr val="E67E22"/>
                </a:solidFill>
                <a:latin typeface="Arial" pitchFamily="34" charset="0"/>
                <a:ea typeface="Arial" pitchFamily="34" charset="-122"/>
                <a:cs typeface="Arial" pitchFamily="34" charset="-120"/>
              </a:rPr>
              <a:t>20余项</a:t>
            </a:r>
            <a:endParaRPr lang="en-US" sz="3800" dirty="0"/>
          </a:p>
        </p:txBody>
      </p:sp>
      <p:sp>
        <p:nvSpPr>
          <p:cNvPr id="16" name="Text 14"/>
          <p:cNvSpPr/>
          <p:nvPr/>
        </p:nvSpPr>
        <p:spPr>
          <a:xfrm>
            <a:off x="9052560" y="3108960"/>
            <a:ext cx="2194560" cy="1097280"/>
          </a:xfrm>
          <a:prstGeom prst="rect">
            <a:avLst/>
          </a:prstGeom>
          <a:noFill/>
          <a:ln/>
        </p:spPr>
        <p:txBody>
          <a:bodyPr wrap="square" rtlCol="0" anchor="ctr"/>
          <a:lstStyle/>
          <a:p>
            <a:pPr algn="ctr" indent="0" marL="0">
              <a:buNone/>
            </a:pPr>
            <a:r>
              <a:rPr lang="en-US" sz="1300" dirty="0">
                <a:solidFill>
                  <a:srgbClr val="6B7B8D"/>
                </a:solidFill>
                <a:latin typeface="Microsoft YaHei" pitchFamily="34" charset="0"/>
                <a:ea typeface="Microsoft YaHei" pitchFamily="34" charset="-122"/>
                <a:cs typeface="Microsoft YaHei" pitchFamily="34" charset="-120"/>
              </a:rPr>
              <a:t>荣誉奖项</a:t>
            </a:r>
            <a:endParaRPr lang="en-US" sz="1300" dirty="0"/>
          </a:p>
        </p:txBody>
      </p:sp>
      <p:sp>
        <p:nvSpPr>
          <p:cNvPr id="17" name="Text 15"/>
          <p:cNvSpPr/>
          <p:nvPr/>
        </p:nvSpPr>
        <p:spPr>
          <a:xfrm>
            <a:off x="0" y="5303520"/>
            <a:ext cx="12188952" cy="548640"/>
          </a:xfrm>
          <a:prstGeom prst="rect">
            <a:avLst/>
          </a:prstGeom>
          <a:noFill/>
          <a:ln/>
        </p:spPr>
        <p:txBody>
          <a:bodyPr wrap="square" rtlCol="0" anchor="ctr"/>
          <a:lstStyle/>
          <a:p>
            <a:pPr algn="ctr" indent="0" marL="0">
              <a:buNone/>
            </a:pPr>
            <a:r>
              <a:rPr lang="en-US" sz="1600" b="1" dirty="0">
                <a:solidFill>
                  <a:srgbClr val="E67E22"/>
                </a:solidFill>
                <a:latin typeface="Microsoft YaHei" pitchFamily="34" charset="0"/>
                <a:ea typeface="Microsoft YaHei" pitchFamily="34" charset="-122"/>
                <a:cs typeface="Microsoft YaHei" pitchFamily="34" charset="-120"/>
              </a:rPr>
              <a:t>近百位</a:t>
            </a:r>
            <a:pPr algn="ctr" indent="0" marL="0">
              <a:buNone/>
            </a:pPr>
            <a:r>
              <a:rPr lang="en-US" sz="1400" dirty="0">
                <a:solidFill>
                  <a:srgbClr val="6B7B8D"/>
                </a:solidFill>
                <a:latin typeface="Microsoft YaHei" pitchFamily="34" charset="0"/>
                <a:ea typeface="Microsoft YaHei" pitchFamily="34" charset="-122"/>
                <a:cs typeface="Microsoft YaHei" pitchFamily="34" charset="-120"/>
              </a:rPr>
              <a:t>社会实践先进个人</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365760"/>
            <a:ext cx="731520" cy="548640"/>
          </a:xfrm>
          <a:prstGeom prst="rect">
            <a:avLst/>
          </a:prstGeom>
          <a:noFill/>
          <a:ln/>
        </p:spPr>
        <p:txBody>
          <a:bodyPr wrap="square" rtlCol="0" anchor="ctr"/>
          <a:lstStyle/>
          <a:p>
            <a:pPr indent="0" marL="0">
              <a:buNone/>
            </a:pPr>
            <a:r>
              <a:rPr lang="en-US" sz="1100" b="1" dirty="0">
                <a:solidFill>
                  <a:srgbClr val="E67E22"/>
                </a:solidFill>
                <a:latin typeface="Arial" pitchFamily="34" charset="0"/>
                <a:ea typeface="Arial" pitchFamily="34" charset="-122"/>
                <a:cs typeface="Arial" pitchFamily="34" charset="-120"/>
              </a:rPr>
              <a:t>04</a:t>
            </a:r>
            <a:endParaRPr lang="en-US" sz="1100" dirty="0"/>
          </a:p>
        </p:txBody>
      </p:sp>
      <p:sp>
        <p:nvSpPr>
          <p:cNvPr id="3" name="Text 1"/>
          <p:cNvSpPr/>
          <p:nvPr/>
        </p:nvSpPr>
        <p:spPr>
          <a:xfrm>
            <a:off x="1280160" y="365760"/>
            <a:ext cx="9144000" cy="640080"/>
          </a:xfrm>
          <a:prstGeom prst="rect">
            <a:avLst/>
          </a:prstGeom>
          <a:noFill/>
          <a:ln/>
        </p:spPr>
        <p:txBody>
          <a:bodyPr wrap="square" rtlCol="0" anchor="ctr"/>
          <a:lstStyle/>
          <a:p>
            <a:pPr indent="0" marL="0">
              <a:buNone/>
            </a:pPr>
            <a:r>
              <a:rPr lang="en-US" sz="2600" b="1" dirty="0">
                <a:solidFill>
                  <a:srgbClr val="2C3E50"/>
                </a:solidFill>
                <a:latin typeface="Microsoft YaHei" pitchFamily="34" charset="0"/>
                <a:ea typeface="Microsoft YaHei" pitchFamily="34" charset="-122"/>
                <a:cs typeface="Microsoft YaHei" pitchFamily="34" charset="-120"/>
              </a:rPr>
              <a:t>荣誉奖项</a:t>
            </a:r>
            <a:endParaRPr lang="en-US" sz="2600" dirty="0"/>
          </a:p>
        </p:txBody>
      </p:sp>
      <p:sp>
        <p:nvSpPr>
          <p:cNvPr id="4" name="Shape 2"/>
          <p:cNvSpPr/>
          <p:nvPr/>
        </p:nvSpPr>
        <p:spPr>
          <a:xfrm>
            <a:off x="548640" y="1005840"/>
            <a:ext cx="1371600" cy="2743200"/>
          </a:xfrm>
          <a:prstGeom prst="rect">
            <a:avLst/>
          </a:prstGeom>
          <a:solidFill>
            <a:srgbClr val="E67E22"/>
          </a:solidFill>
          <a:ln/>
        </p:spPr>
      </p:sp>
      <p:sp>
        <p:nvSpPr>
          <p:cNvPr id="5" name="Text 3"/>
          <p:cNvSpPr/>
          <p:nvPr/>
        </p:nvSpPr>
        <p:spPr>
          <a:xfrm>
            <a:off x="2743200" y="1645920"/>
            <a:ext cx="8229600" cy="4572000"/>
          </a:xfrm>
          <a:prstGeom prst="rect">
            <a:avLst/>
          </a:prstGeom>
          <a:noFill/>
          <a:ln/>
        </p:spPr>
        <p:txBody>
          <a:bodyPr wrap="square" rtlCol="0" anchor="ctr"/>
          <a:lstStyle/>
          <a:p>
            <a:pPr indent="0" marL="0">
              <a:lnSpc>
                <a:spcPct val="180000"/>
              </a:lnSpc>
              <a:buNone/>
            </a:pPr>
            <a:r>
              <a:rPr lang="en-US" sz="1600" dirty="0">
                <a:solidFill>
                  <a:srgbClr val="2C3E50"/>
                </a:solidFill>
                <a:latin typeface="Microsoft YaHei" pitchFamily="34" charset="0"/>
                <a:ea typeface="Microsoft YaHei" pitchFamily="34" charset="-122"/>
                <a:cs typeface="Microsoft YaHei" pitchFamily="34" charset="-120"/>
              </a:rPr>
              <a:t>▸ 北京市志愿服务项目大赛 银奖
</a:t>
            </a:r>
            <a:pPr indent="0" marL="0">
              <a:lnSpc>
                <a:spcPct val="180000"/>
              </a:lnSpc>
              <a:buNone/>
            </a:pPr>
            <a:r>
              <a:rPr lang="en-US" sz="1600" dirty="0">
                <a:solidFill>
                  <a:srgbClr val="2C3E50"/>
                </a:solidFill>
                <a:latin typeface="Microsoft YaHei" pitchFamily="34" charset="0"/>
                <a:ea typeface="Microsoft YaHei" pitchFamily="34" charset="-122"/>
                <a:cs typeface="Microsoft YaHei" pitchFamily="34" charset="-120"/>
              </a:rPr>
              <a:t>▸ 北京市重点志愿项目
</a:t>
            </a:r>
            <a:pPr indent="0" marL="0">
              <a:lnSpc>
                <a:spcPct val="180000"/>
              </a:lnSpc>
              <a:buNone/>
            </a:pPr>
            <a:r>
              <a:rPr lang="en-US" sz="1600" dirty="0">
                <a:solidFill>
                  <a:srgbClr val="2C3E50"/>
                </a:solidFill>
                <a:latin typeface="Microsoft YaHei" pitchFamily="34" charset="0"/>
                <a:ea typeface="Microsoft YaHei" pitchFamily="34" charset="-122"/>
                <a:cs typeface="Microsoft YaHei" pitchFamily="34" charset="-120"/>
              </a:rPr>
              <a:t>▸ 团中央"七彩假期"重点示范团队
</a:t>
            </a:r>
            <a:pPr indent="0" marL="0">
              <a:lnSpc>
                <a:spcPct val="180000"/>
              </a:lnSpc>
              <a:buNone/>
            </a:pPr>
            <a:r>
              <a:rPr lang="en-US" sz="1600" dirty="0">
                <a:solidFill>
                  <a:srgbClr val="2C3E50"/>
                </a:solidFill>
                <a:latin typeface="Microsoft YaHei" pitchFamily="34" charset="0"/>
                <a:ea typeface="Microsoft YaHei" pitchFamily="34" charset="-122"/>
                <a:cs typeface="Microsoft YaHei" pitchFamily="34" charset="-120"/>
              </a:rPr>
              <a:t>▸ 校级重点志愿服务项目
</a:t>
            </a:r>
            <a:pPr indent="0" marL="0">
              <a:lnSpc>
                <a:spcPct val="180000"/>
              </a:lnSpc>
              <a:buNone/>
            </a:pPr>
            <a:r>
              <a:rPr lang="en-US" sz="1600" dirty="0">
                <a:solidFill>
                  <a:srgbClr val="2C3E50"/>
                </a:solidFill>
                <a:latin typeface="Microsoft YaHei" pitchFamily="34" charset="0"/>
                <a:ea typeface="Microsoft YaHei" pitchFamily="34" charset="-122"/>
                <a:cs typeface="Microsoft YaHei" pitchFamily="34" charset="-120"/>
              </a:rPr>
              <a:t>▸ 2024"青年服务国家"首都大学生
暑期社会实践优秀团队
</a:t>
            </a:r>
            <a:pPr indent="0" marL="0">
              <a:lnSpc>
                <a:spcPct val="180000"/>
              </a:lnSpc>
              <a:buNone/>
            </a:pPr>
            <a:r>
              <a:rPr lang="en-US" sz="1600" dirty="0">
                <a:solidFill>
                  <a:srgbClr val="2C3E50"/>
                </a:solidFill>
                <a:latin typeface="Microsoft YaHei" pitchFamily="34" charset="0"/>
                <a:ea typeface="Microsoft YaHei" pitchFamily="34" charset="-122"/>
                <a:cs typeface="Microsoft YaHei" pitchFamily="34" charset="-120"/>
              </a:rPr>
              <a:t>▸ 校级社会实践金奖
</a:t>
            </a:r>
            <a:pPr indent="0" marL="0">
              <a:lnSpc>
                <a:spcPct val="180000"/>
              </a:lnSpc>
              <a:buNone/>
            </a:pPr>
            <a:r>
              <a:rPr lang="en-US" sz="1600" b="1" dirty="0">
                <a:solidFill>
                  <a:srgbClr val="E67E22"/>
                </a:solidFill>
                <a:latin typeface="Microsoft YaHei" pitchFamily="34" charset="0"/>
                <a:ea typeface="Microsoft YaHei" pitchFamily="34" charset="-122"/>
                <a:cs typeface="Microsoft YaHei" pitchFamily="34" charset="-120"/>
              </a:rPr>
              <a:t>……等二十余项荣誉
</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365760"/>
            <a:ext cx="731520" cy="548640"/>
          </a:xfrm>
          <a:prstGeom prst="rect">
            <a:avLst/>
          </a:prstGeom>
          <a:noFill/>
          <a:ln/>
        </p:spPr>
        <p:txBody>
          <a:bodyPr wrap="square" rtlCol="0" anchor="ctr"/>
          <a:lstStyle/>
          <a:p>
            <a:pPr indent="0" marL="0">
              <a:buNone/>
            </a:pPr>
            <a:r>
              <a:rPr lang="en-US" sz="1100" b="1" dirty="0">
                <a:solidFill>
                  <a:srgbClr val="E67E22"/>
                </a:solidFill>
                <a:latin typeface="Arial" pitchFamily="34" charset="0"/>
                <a:ea typeface="Arial" pitchFamily="34" charset="-122"/>
                <a:cs typeface="Arial" pitchFamily="34" charset="-120"/>
              </a:rPr>
              <a:t>05</a:t>
            </a:r>
            <a:endParaRPr lang="en-US" sz="1100" dirty="0"/>
          </a:p>
        </p:txBody>
      </p:sp>
      <p:sp>
        <p:nvSpPr>
          <p:cNvPr id="3" name="Text 1"/>
          <p:cNvSpPr/>
          <p:nvPr/>
        </p:nvSpPr>
        <p:spPr>
          <a:xfrm>
            <a:off x="1280160" y="365760"/>
            <a:ext cx="9144000" cy="640080"/>
          </a:xfrm>
          <a:prstGeom prst="rect">
            <a:avLst/>
          </a:prstGeom>
          <a:noFill/>
          <a:ln/>
        </p:spPr>
        <p:txBody>
          <a:bodyPr wrap="square" rtlCol="0" anchor="ctr"/>
          <a:lstStyle/>
          <a:p>
            <a:pPr indent="0" marL="0">
              <a:buNone/>
            </a:pPr>
            <a:r>
              <a:rPr lang="en-US" sz="2600" b="1" dirty="0">
                <a:solidFill>
                  <a:srgbClr val="2C3E50"/>
                </a:solidFill>
                <a:latin typeface="Microsoft YaHei" pitchFamily="34" charset="0"/>
                <a:ea typeface="Microsoft YaHei" pitchFamily="34" charset="-122"/>
                <a:cs typeface="Microsoft YaHei" pitchFamily="34" charset="-120"/>
              </a:rPr>
              <a:t>科技创新成果</a:t>
            </a:r>
            <a:endParaRPr lang="en-US" sz="2600" dirty="0"/>
          </a:p>
        </p:txBody>
      </p:sp>
      <p:sp>
        <p:nvSpPr>
          <p:cNvPr id="4" name="Shape 2"/>
          <p:cNvSpPr/>
          <p:nvPr/>
        </p:nvSpPr>
        <p:spPr>
          <a:xfrm>
            <a:off x="548640" y="1005840"/>
            <a:ext cx="1371600" cy="2743200"/>
          </a:xfrm>
          <a:prstGeom prst="rect">
            <a:avLst/>
          </a:prstGeom>
          <a:solidFill>
            <a:srgbClr val="E67E22"/>
          </a:solidFill>
          <a:ln/>
        </p:spPr>
      </p:sp>
      <p:sp>
        <p:nvSpPr>
          <p:cNvPr id="5" name="Shape 3"/>
          <p:cNvSpPr/>
          <p:nvPr/>
        </p:nvSpPr>
        <p:spPr>
          <a:xfrm>
            <a:off x="548640" y="1463040"/>
            <a:ext cx="10972800" cy="1097280"/>
          </a:xfrm>
          <a:prstGeom prst="roundRect">
            <a:avLst>
              <a:gd name="adj" fmla="val 5000"/>
            </a:avLst>
          </a:prstGeom>
          <a:solidFill>
            <a:srgbClr val="FDF2E9"/>
          </a:solidFill>
          <a:ln/>
        </p:spPr>
      </p:sp>
      <p:sp>
        <p:nvSpPr>
          <p:cNvPr id="6" name="Text 4"/>
          <p:cNvSpPr/>
          <p:nvPr/>
        </p:nvSpPr>
        <p:spPr>
          <a:xfrm>
            <a:off x="914400" y="1554480"/>
            <a:ext cx="4572000" cy="914400"/>
          </a:xfrm>
          <a:prstGeom prst="rect">
            <a:avLst/>
          </a:prstGeom>
          <a:noFill/>
          <a:ln/>
        </p:spPr>
        <p:txBody>
          <a:bodyPr wrap="square" rtlCol="0" anchor="ctr"/>
          <a:lstStyle/>
          <a:p>
            <a:pPr indent="0" marL="0">
              <a:buNone/>
            </a:pPr>
            <a:r>
              <a:rPr lang="en-US" sz="1600" b="1" dirty="0">
                <a:solidFill>
                  <a:srgbClr val="2C3E50"/>
                </a:solidFill>
                <a:latin typeface="Microsoft YaHei" pitchFamily="34" charset="0"/>
                <a:ea typeface="Microsoft YaHei" pitchFamily="34" charset="-122"/>
                <a:cs typeface="Microsoft YaHei" pitchFamily="34" charset="-120"/>
              </a:rPr>
              <a:t>智能识别点读系统 iReader</a:t>
            </a:r>
            <a:endParaRPr lang="en-US" sz="1600" dirty="0"/>
          </a:p>
        </p:txBody>
      </p:sp>
      <p:sp>
        <p:nvSpPr>
          <p:cNvPr id="7" name="Text 5"/>
          <p:cNvSpPr/>
          <p:nvPr/>
        </p:nvSpPr>
        <p:spPr>
          <a:xfrm>
            <a:off x="5943600" y="1554480"/>
            <a:ext cx="5029200" cy="914400"/>
          </a:xfrm>
          <a:prstGeom prst="rect">
            <a:avLst/>
          </a:prstGeom>
          <a:noFill/>
          <a:ln/>
        </p:spPr>
        <p:txBody>
          <a:bodyPr wrap="square" rtlCol="0" anchor="ctr"/>
          <a:lstStyle/>
          <a:p>
            <a:pPr indent="0" marL="0">
              <a:lnSpc>
                <a:spcPct val="140000"/>
              </a:lnSpc>
              <a:buNone/>
            </a:pPr>
            <a:r>
              <a:rPr lang="en-US" sz="1300" dirty="0">
                <a:solidFill>
                  <a:srgbClr val="6B7B8D"/>
                </a:solidFill>
                <a:latin typeface="Microsoft YaHei" pitchFamily="34" charset="0"/>
                <a:ea typeface="Microsoft YaHei" pitchFamily="34" charset="-122"/>
                <a:cs typeface="Microsoft YaHei" pitchFamily="34" charset="-120"/>
              </a:rPr>
              <a:t>国家级发明专利</a:t>
            </a:r>
            <a:endParaRPr lang="en-US" sz="1300" dirty="0"/>
          </a:p>
          <a:p>
            <a:pPr indent="0" marL="0">
              <a:lnSpc>
                <a:spcPct val="140000"/>
              </a:lnSpc>
              <a:buNone/>
            </a:pPr>
            <a:r>
              <a:rPr lang="en-US" sz="1300" dirty="0">
                <a:solidFill>
                  <a:srgbClr val="6B7B8D"/>
                </a:solidFill>
                <a:latin typeface="Microsoft YaHei" pitchFamily="34" charset="0"/>
                <a:ea typeface="Microsoft YaHei" pitchFamily="34" charset="-122"/>
                <a:cs typeface="Microsoft YaHei" pitchFamily="34" charset="-120"/>
              </a:rPr>
              <a:t>随时满足儿童阅读需求</a:t>
            </a:r>
            <a:endParaRPr lang="en-US" sz="1300" dirty="0"/>
          </a:p>
        </p:txBody>
      </p:sp>
      <p:sp>
        <p:nvSpPr>
          <p:cNvPr id="8" name="Shape 6"/>
          <p:cNvSpPr/>
          <p:nvPr/>
        </p:nvSpPr>
        <p:spPr>
          <a:xfrm>
            <a:off x="548640" y="2743200"/>
            <a:ext cx="10972800" cy="1097280"/>
          </a:xfrm>
          <a:prstGeom prst="roundRect">
            <a:avLst>
              <a:gd name="adj" fmla="val 5000"/>
            </a:avLst>
          </a:prstGeom>
          <a:solidFill>
            <a:srgbClr val="FFFFFF"/>
          </a:solidFill>
          <a:ln/>
        </p:spPr>
      </p:sp>
      <p:sp>
        <p:nvSpPr>
          <p:cNvPr id="9" name="Text 7"/>
          <p:cNvSpPr/>
          <p:nvPr/>
        </p:nvSpPr>
        <p:spPr>
          <a:xfrm>
            <a:off x="914400" y="2834640"/>
            <a:ext cx="4572000" cy="914400"/>
          </a:xfrm>
          <a:prstGeom prst="rect">
            <a:avLst/>
          </a:prstGeom>
          <a:noFill/>
          <a:ln/>
        </p:spPr>
        <p:txBody>
          <a:bodyPr wrap="square" rtlCol="0" anchor="ctr"/>
          <a:lstStyle/>
          <a:p>
            <a:pPr indent="0" marL="0">
              <a:buNone/>
            </a:pPr>
            <a:r>
              <a:rPr lang="en-US" sz="1600" b="1" dirty="0">
                <a:solidFill>
                  <a:srgbClr val="2C3E50"/>
                </a:solidFill>
                <a:latin typeface="Microsoft YaHei" pitchFamily="34" charset="0"/>
                <a:ea typeface="Microsoft YaHei" pitchFamily="34" charset="-122"/>
                <a:cs typeface="Microsoft YaHei" pitchFamily="34" charset="-120"/>
              </a:rPr>
              <a:t>孩童专注度分析系统</a:t>
            </a:r>
            <a:endParaRPr lang="en-US" sz="1600" dirty="0"/>
          </a:p>
        </p:txBody>
      </p:sp>
      <p:sp>
        <p:nvSpPr>
          <p:cNvPr id="10" name="Text 8"/>
          <p:cNvSpPr/>
          <p:nvPr/>
        </p:nvSpPr>
        <p:spPr>
          <a:xfrm>
            <a:off x="5943600" y="2834640"/>
            <a:ext cx="5029200" cy="914400"/>
          </a:xfrm>
          <a:prstGeom prst="rect">
            <a:avLst/>
          </a:prstGeom>
          <a:noFill/>
          <a:ln/>
        </p:spPr>
        <p:txBody>
          <a:bodyPr wrap="square" rtlCol="0" anchor="ctr"/>
          <a:lstStyle/>
          <a:p>
            <a:pPr indent="0" marL="0">
              <a:lnSpc>
                <a:spcPct val="140000"/>
              </a:lnSpc>
              <a:buNone/>
            </a:pPr>
            <a:r>
              <a:rPr lang="en-US" sz="1300" dirty="0">
                <a:solidFill>
                  <a:srgbClr val="6B7B8D"/>
                </a:solidFill>
                <a:latin typeface="Microsoft YaHei" pitchFamily="34" charset="0"/>
                <a:ea typeface="Microsoft YaHei" pitchFamily="34" charset="-122"/>
                <a:cs typeface="Microsoft YaHei" pitchFamily="34" charset="-120"/>
              </a:rPr>
              <a:t>科学分析学习专注度</a:t>
            </a:r>
            <a:endParaRPr lang="en-US" sz="1300" dirty="0"/>
          </a:p>
          <a:p>
            <a:pPr indent="0" marL="0">
              <a:lnSpc>
                <a:spcPct val="140000"/>
              </a:lnSpc>
              <a:buNone/>
            </a:pPr>
            <a:r>
              <a:rPr lang="en-US" sz="1300" dirty="0">
                <a:solidFill>
                  <a:srgbClr val="6B7B8D"/>
                </a:solidFill>
                <a:latin typeface="Microsoft YaHei" pitchFamily="34" charset="0"/>
                <a:ea typeface="Microsoft YaHei" pitchFamily="34" charset="-122"/>
                <a:cs typeface="Microsoft YaHei" pitchFamily="34" charset="-120"/>
              </a:rPr>
              <a:t>提高学习效率</a:t>
            </a:r>
            <a:endParaRPr lang="en-US" sz="1300" dirty="0"/>
          </a:p>
        </p:txBody>
      </p:sp>
      <p:sp>
        <p:nvSpPr>
          <p:cNvPr id="11" name="Shape 9"/>
          <p:cNvSpPr/>
          <p:nvPr/>
        </p:nvSpPr>
        <p:spPr>
          <a:xfrm>
            <a:off x="548640" y="4023360"/>
            <a:ext cx="10972800" cy="1097280"/>
          </a:xfrm>
          <a:prstGeom prst="roundRect">
            <a:avLst>
              <a:gd name="adj" fmla="val 5000"/>
            </a:avLst>
          </a:prstGeom>
          <a:solidFill>
            <a:srgbClr val="FDF2E9"/>
          </a:solidFill>
          <a:ln/>
        </p:spPr>
      </p:sp>
      <p:sp>
        <p:nvSpPr>
          <p:cNvPr id="12" name="Text 10"/>
          <p:cNvSpPr/>
          <p:nvPr/>
        </p:nvSpPr>
        <p:spPr>
          <a:xfrm>
            <a:off x="914400" y="4114800"/>
            <a:ext cx="4572000" cy="914400"/>
          </a:xfrm>
          <a:prstGeom prst="rect">
            <a:avLst/>
          </a:prstGeom>
          <a:noFill/>
          <a:ln/>
        </p:spPr>
        <p:txBody>
          <a:bodyPr wrap="square" rtlCol="0" anchor="ctr"/>
          <a:lstStyle/>
          <a:p>
            <a:pPr indent="0" marL="0">
              <a:buNone/>
            </a:pPr>
            <a:r>
              <a:rPr lang="en-US" sz="1600" b="1" dirty="0">
                <a:solidFill>
                  <a:srgbClr val="2C3E50"/>
                </a:solidFill>
                <a:latin typeface="Microsoft YaHei" pitchFamily="34" charset="0"/>
                <a:ea typeface="Microsoft YaHei" pitchFamily="34" charset="-122"/>
                <a:cs typeface="Microsoft YaHei" pitchFamily="34" charset="-120"/>
              </a:rPr>
              <a:t>"心路-用心陪伴"小程序</a:t>
            </a:r>
            <a:endParaRPr lang="en-US" sz="1600" dirty="0"/>
          </a:p>
        </p:txBody>
      </p:sp>
      <p:sp>
        <p:nvSpPr>
          <p:cNvPr id="13" name="Text 11"/>
          <p:cNvSpPr/>
          <p:nvPr/>
        </p:nvSpPr>
        <p:spPr>
          <a:xfrm>
            <a:off x="5943600" y="4114800"/>
            <a:ext cx="5029200" cy="914400"/>
          </a:xfrm>
          <a:prstGeom prst="rect">
            <a:avLst/>
          </a:prstGeom>
          <a:noFill/>
          <a:ln/>
        </p:spPr>
        <p:txBody>
          <a:bodyPr wrap="square" rtlCol="0" anchor="ctr"/>
          <a:lstStyle/>
          <a:p>
            <a:pPr indent="0" marL="0">
              <a:lnSpc>
                <a:spcPct val="140000"/>
              </a:lnSpc>
              <a:buNone/>
            </a:pPr>
            <a:r>
              <a:rPr lang="en-US" sz="1300" dirty="0">
                <a:solidFill>
                  <a:srgbClr val="6B7B8D"/>
                </a:solidFill>
                <a:latin typeface="Microsoft YaHei" pitchFamily="34" charset="0"/>
                <a:ea typeface="Microsoft YaHei" pitchFamily="34" charset="-122"/>
                <a:cs typeface="Microsoft YaHei" pitchFamily="34" charset="-120"/>
              </a:rPr>
              <a:t>独立开发，共享优质</a:t>
            </a:r>
            <a:endParaRPr lang="en-US" sz="1300" dirty="0"/>
          </a:p>
          <a:p>
            <a:pPr indent="0" marL="0">
              <a:lnSpc>
                <a:spcPct val="140000"/>
              </a:lnSpc>
              <a:buNone/>
            </a:pPr>
            <a:r>
              <a:rPr lang="en-US" sz="1300" dirty="0">
                <a:solidFill>
                  <a:srgbClr val="6B7B8D"/>
                </a:solidFill>
                <a:latin typeface="Microsoft YaHei" pitchFamily="34" charset="0"/>
                <a:ea typeface="Microsoft YaHei" pitchFamily="34" charset="-122"/>
                <a:cs typeface="Microsoft YaHei" pitchFamily="34" charset="-120"/>
              </a:rPr>
              <a:t>教育资源</a:t>
            </a:r>
            <a:endParaRPr lang="en-US" sz="1300" dirty="0"/>
          </a:p>
        </p:txBody>
      </p:sp>
      <p:sp>
        <p:nvSpPr>
          <p:cNvPr id="14" name="Shape 12"/>
          <p:cNvSpPr/>
          <p:nvPr/>
        </p:nvSpPr>
        <p:spPr>
          <a:xfrm>
            <a:off x="548640" y="5303520"/>
            <a:ext cx="10972800" cy="1097280"/>
          </a:xfrm>
          <a:prstGeom prst="roundRect">
            <a:avLst>
              <a:gd name="adj" fmla="val 5000"/>
            </a:avLst>
          </a:prstGeom>
          <a:solidFill>
            <a:srgbClr val="FFFFFF"/>
          </a:solidFill>
          <a:ln/>
        </p:spPr>
      </p:sp>
      <p:sp>
        <p:nvSpPr>
          <p:cNvPr id="15" name="Text 13"/>
          <p:cNvSpPr/>
          <p:nvPr/>
        </p:nvSpPr>
        <p:spPr>
          <a:xfrm>
            <a:off x="914400" y="5394960"/>
            <a:ext cx="4572000" cy="914400"/>
          </a:xfrm>
          <a:prstGeom prst="rect">
            <a:avLst/>
          </a:prstGeom>
          <a:noFill/>
          <a:ln/>
        </p:spPr>
        <p:txBody>
          <a:bodyPr wrap="square" rtlCol="0" anchor="ctr"/>
          <a:lstStyle/>
          <a:p>
            <a:pPr indent="0" marL="0">
              <a:buNone/>
            </a:pPr>
            <a:r>
              <a:rPr lang="en-US" sz="1600" b="1" dirty="0">
                <a:solidFill>
                  <a:srgbClr val="2C3E50"/>
                </a:solidFill>
                <a:latin typeface="Microsoft YaHei" pitchFamily="34" charset="0"/>
                <a:ea typeface="Microsoft YaHei" pitchFamily="34" charset="-122"/>
                <a:cs typeface="Microsoft YaHei" pitchFamily="34" charset="-120"/>
              </a:rPr>
              <a:t>盲人阅读眼镜</a:t>
            </a:r>
            <a:endParaRPr lang="en-US" sz="1600" dirty="0"/>
          </a:p>
        </p:txBody>
      </p:sp>
      <p:sp>
        <p:nvSpPr>
          <p:cNvPr id="16" name="Text 14"/>
          <p:cNvSpPr/>
          <p:nvPr/>
        </p:nvSpPr>
        <p:spPr>
          <a:xfrm>
            <a:off x="5943600" y="5394960"/>
            <a:ext cx="5029200" cy="914400"/>
          </a:xfrm>
          <a:prstGeom prst="rect">
            <a:avLst/>
          </a:prstGeom>
          <a:noFill/>
          <a:ln/>
        </p:spPr>
        <p:txBody>
          <a:bodyPr wrap="square" rtlCol="0" anchor="ctr"/>
          <a:lstStyle/>
          <a:p>
            <a:pPr indent="0" marL="0">
              <a:lnSpc>
                <a:spcPct val="140000"/>
              </a:lnSpc>
              <a:buNone/>
            </a:pPr>
            <a:r>
              <a:rPr lang="en-US" sz="1300" dirty="0">
                <a:solidFill>
                  <a:srgbClr val="6B7B8D"/>
                </a:solidFill>
                <a:latin typeface="Microsoft YaHei" pitchFamily="34" charset="0"/>
                <a:ea typeface="Microsoft YaHei" pitchFamily="34" charset="-122"/>
                <a:cs typeface="Microsoft YaHei" pitchFamily="34" charset="-120"/>
              </a:rPr>
              <a:t>自主研制</a:t>
            </a:r>
            <a:endParaRPr lang="en-US" sz="1300" dirty="0"/>
          </a:p>
          <a:p>
            <a:pPr indent="0" marL="0">
              <a:lnSpc>
                <a:spcPct val="140000"/>
              </a:lnSpc>
              <a:buNone/>
            </a:pPr>
            <a:r>
              <a:rPr lang="en-US" sz="1300" dirty="0">
                <a:solidFill>
                  <a:srgbClr val="6B7B8D"/>
                </a:solidFill>
                <a:latin typeface="Microsoft YaHei" pitchFamily="34" charset="0"/>
                <a:ea typeface="Microsoft YaHei" pitchFamily="34" charset="-122"/>
                <a:cs typeface="Microsoft YaHei" pitchFamily="34" charset="-120"/>
              </a:rPr>
              <a:t>以科技驱散黑暗阴霾</a:t>
            </a:r>
            <a:endParaRPr lang="en-US" sz="1300" dirty="0"/>
          </a:p>
        </p:txBody>
      </p:sp>
      <p:sp>
        <p:nvSpPr>
          <p:cNvPr id="17" name="Text 15"/>
          <p:cNvSpPr/>
          <p:nvPr/>
        </p:nvSpPr>
        <p:spPr>
          <a:xfrm>
            <a:off x="0" y="6400800"/>
            <a:ext cx="12188952" cy="365760"/>
          </a:xfrm>
          <a:prstGeom prst="rect">
            <a:avLst/>
          </a:prstGeom>
          <a:noFill/>
          <a:ln/>
        </p:spPr>
        <p:txBody>
          <a:bodyPr wrap="square" rtlCol="0" anchor="ctr"/>
          <a:lstStyle/>
          <a:p>
            <a:pPr algn="ctr" indent="0" marL="0">
              <a:buNone/>
            </a:pPr>
            <a:r>
              <a:rPr lang="en-US" sz="1100" dirty="0">
                <a:solidFill>
                  <a:srgbClr val="6B7B8D"/>
                </a:solidFill>
                <a:latin typeface="Microsoft YaHei" pitchFamily="34" charset="0"/>
                <a:ea typeface="Microsoft YaHei" pitchFamily="34" charset="-122"/>
                <a:cs typeface="Microsoft YaHei" pitchFamily="34" charset="-120"/>
              </a:rPr>
              <a:t>发挥计通学院专业优势，聚力科技创新，以科技赋能教育公平</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365760"/>
            <a:ext cx="731520" cy="548640"/>
          </a:xfrm>
          <a:prstGeom prst="rect">
            <a:avLst/>
          </a:prstGeom>
          <a:noFill/>
          <a:ln/>
        </p:spPr>
        <p:txBody>
          <a:bodyPr wrap="square" rtlCol="0" anchor="ctr"/>
          <a:lstStyle/>
          <a:p>
            <a:pPr indent="0" marL="0">
              <a:buNone/>
            </a:pPr>
            <a:r>
              <a:rPr lang="en-US" sz="1100" b="1" dirty="0">
                <a:solidFill>
                  <a:srgbClr val="E67E22"/>
                </a:solidFill>
                <a:latin typeface="Arial" pitchFamily="34" charset="0"/>
                <a:ea typeface="Arial" pitchFamily="34" charset="-122"/>
                <a:cs typeface="Arial" pitchFamily="34" charset="-120"/>
              </a:rPr>
              <a:t>06</a:t>
            </a:r>
            <a:endParaRPr lang="en-US" sz="1100" dirty="0"/>
          </a:p>
        </p:txBody>
      </p:sp>
      <p:sp>
        <p:nvSpPr>
          <p:cNvPr id="3" name="Text 1"/>
          <p:cNvSpPr/>
          <p:nvPr/>
        </p:nvSpPr>
        <p:spPr>
          <a:xfrm>
            <a:off x="1280160" y="365760"/>
            <a:ext cx="9144000" cy="640080"/>
          </a:xfrm>
          <a:prstGeom prst="rect">
            <a:avLst/>
          </a:prstGeom>
          <a:noFill/>
          <a:ln/>
        </p:spPr>
        <p:txBody>
          <a:bodyPr wrap="square" rtlCol="0" anchor="ctr"/>
          <a:lstStyle/>
          <a:p>
            <a:pPr indent="0" marL="0">
              <a:buNone/>
            </a:pPr>
            <a:r>
              <a:rPr lang="en-US" sz="2600" b="1" dirty="0">
                <a:solidFill>
                  <a:srgbClr val="2C3E50"/>
                </a:solidFill>
                <a:latin typeface="Microsoft YaHei" pitchFamily="34" charset="0"/>
                <a:ea typeface="Microsoft YaHei" pitchFamily="34" charset="-122"/>
                <a:cs typeface="Microsoft YaHei" pitchFamily="34" charset="-120"/>
              </a:rPr>
              <a:t>团队构成（10人）</a:t>
            </a:r>
            <a:endParaRPr lang="en-US" sz="2600" dirty="0"/>
          </a:p>
        </p:txBody>
      </p:sp>
      <p:sp>
        <p:nvSpPr>
          <p:cNvPr id="4" name="Shape 2"/>
          <p:cNvSpPr/>
          <p:nvPr/>
        </p:nvSpPr>
        <p:spPr>
          <a:xfrm>
            <a:off x="548640" y="1005840"/>
            <a:ext cx="1371600" cy="2743200"/>
          </a:xfrm>
          <a:prstGeom prst="rect">
            <a:avLst/>
          </a:prstGeom>
          <a:solidFill>
            <a:srgbClr val="E67E22"/>
          </a:solidFill>
          <a:ln/>
        </p:spPr>
      </p:sp>
      <p:sp>
        <p:nvSpPr>
          <p:cNvPr id="5" name="Shape 3"/>
          <p:cNvSpPr/>
          <p:nvPr/>
        </p:nvSpPr>
        <p:spPr>
          <a:xfrm>
            <a:off x="548640" y="1463040"/>
            <a:ext cx="2560320" cy="2103120"/>
          </a:xfrm>
          <a:prstGeom prst="roundRect">
            <a:avLst>
              <a:gd name="adj" fmla="val 4348"/>
            </a:avLst>
          </a:prstGeom>
          <a:solidFill>
            <a:srgbClr val="FDF2E9"/>
          </a:solidFill>
          <a:ln/>
        </p:spPr>
      </p:sp>
      <p:sp>
        <p:nvSpPr>
          <p:cNvPr id="6" name="Text 4"/>
          <p:cNvSpPr/>
          <p:nvPr/>
        </p:nvSpPr>
        <p:spPr>
          <a:xfrm>
            <a:off x="548640" y="1920240"/>
            <a:ext cx="2560320" cy="1097280"/>
          </a:xfrm>
          <a:prstGeom prst="rect">
            <a:avLst/>
          </a:prstGeom>
          <a:noFill/>
          <a:ln/>
        </p:spPr>
        <p:txBody>
          <a:bodyPr wrap="square" rtlCol="0" anchor="ctr"/>
          <a:lstStyle/>
          <a:p>
            <a:pPr algn="ctr" indent="0" marL="0">
              <a:buNone/>
            </a:pPr>
            <a:r>
              <a:rPr lang="en-US" sz="1800" b="1" dirty="0">
                <a:solidFill>
                  <a:srgbClr val="2C3E50"/>
                </a:solidFill>
                <a:latin typeface="Microsoft YaHei" pitchFamily="34" charset="0"/>
                <a:ea typeface="Microsoft YaHei" pitchFamily="34" charset="-122"/>
                <a:cs typeface="Microsoft YaHei" pitchFamily="34" charset="-120"/>
              </a:rPr>
              <a:t>队长</a:t>
            </a:r>
            <a:endParaRPr lang="en-US" sz="1800" dirty="0"/>
          </a:p>
        </p:txBody>
      </p:sp>
      <p:sp>
        <p:nvSpPr>
          <p:cNvPr id="7" name="Shape 5"/>
          <p:cNvSpPr/>
          <p:nvPr/>
        </p:nvSpPr>
        <p:spPr>
          <a:xfrm>
            <a:off x="3383280" y="1463040"/>
            <a:ext cx="2560320" cy="2103120"/>
          </a:xfrm>
          <a:prstGeom prst="roundRect">
            <a:avLst>
              <a:gd name="adj" fmla="val 4348"/>
            </a:avLst>
          </a:prstGeom>
          <a:solidFill>
            <a:srgbClr val="FDF2E9"/>
          </a:solidFill>
          <a:ln/>
        </p:spPr>
      </p:sp>
      <p:sp>
        <p:nvSpPr>
          <p:cNvPr id="8" name="Text 6"/>
          <p:cNvSpPr/>
          <p:nvPr/>
        </p:nvSpPr>
        <p:spPr>
          <a:xfrm>
            <a:off x="3383280" y="1920240"/>
            <a:ext cx="2560320" cy="1097280"/>
          </a:xfrm>
          <a:prstGeom prst="rect">
            <a:avLst/>
          </a:prstGeom>
          <a:noFill/>
          <a:ln/>
        </p:spPr>
        <p:txBody>
          <a:bodyPr wrap="square" rtlCol="0" anchor="ctr"/>
          <a:lstStyle/>
          <a:p>
            <a:pPr algn="ctr" indent="0" marL="0">
              <a:buNone/>
            </a:pPr>
            <a:r>
              <a:rPr lang="en-US" sz="1800" b="1" dirty="0">
                <a:solidFill>
                  <a:srgbClr val="2C3E50"/>
                </a:solidFill>
                <a:latin typeface="Microsoft YaHei" pitchFamily="34" charset="0"/>
                <a:ea typeface="Microsoft YaHei" pitchFamily="34" charset="-122"/>
                <a:cs typeface="Microsoft YaHei" pitchFamily="34" charset="-120"/>
              </a:rPr>
              <a:t>外联组</a:t>
            </a:r>
            <a:endParaRPr lang="en-US" sz="1800" dirty="0"/>
          </a:p>
        </p:txBody>
      </p:sp>
      <p:sp>
        <p:nvSpPr>
          <p:cNvPr id="9" name="Shape 7"/>
          <p:cNvSpPr/>
          <p:nvPr/>
        </p:nvSpPr>
        <p:spPr>
          <a:xfrm>
            <a:off x="6217920" y="1463040"/>
            <a:ext cx="2560320" cy="2103120"/>
          </a:xfrm>
          <a:prstGeom prst="roundRect">
            <a:avLst>
              <a:gd name="adj" fmla="val 4348"/>
            </a:avLst>
          </a:prstGeom>
          <a:solidFill>
            <a:srgbClr val="FDF2E9"/>
          </a:solidFill>
          <a:ln/>
        </p:spPr>
      </p:sp>
      <p:sp>
        <p:nvSpPr>
          <p:cNvPr id="10" name="Text 8"/>
          <p:cNvSpPr/>
          <p:nvPr/>
        </p:nvSpPr>
        <p:spPr>
          <a:xfrm>
            <a:off x="6217920" y="1920240"/>
            <a:ext cx="2560320" cy="1097280"/>
          </a:xfrm>
          <a:prstGeom prst="rect">
            <a:avLst/>
          </a:prstGeom>
          <a:noFill/>
          <a:ln/>
        </p:spPr>
        <p:txBody>
          <a:bodyPr wrap="square" rtlCol="0" anchor="ctr"/>
          <a:lstStyle/>
          <a:p>
            <a:pPr algn="ctr" indent="0" marL="0">
              <a:buNone/>
            </a:pPr>
            <a:r>
              <a:rPr lang="en-US" sz="1800" b="1" dirty="0">
                <a:solidFill>
                  <a:srgbClr val="2C3E50"/>
                </a:solidFill>
                <a:latin typeface="Microsoft YaHei" pitchFamily="34" charset="0"/>
                <a:ea typeface="Microsoft YaHei" pitchFamily="34" charset="-122"/>
                <a:cs typeface="Microsoft YaHei" pitchFamily="34" charset="-120"/>
              </a:rPr>
              <a:t>摄影组</a:t>
            </a:r>
            <a:endParaRPr lang="en-US" sz="1800" dirty="0"/>
          </a:p>
        </p:txBody>
      </p:sp>
      <p:sp>
        <p:nvSpPr>
          <p:cNvPr id="11" name="Shape 9"/>
          <p:cNvSpPr/>
          <p:nvPr/>
        </p:nvSpPr>
        <p:spPr>
          <a:xfrm>
            <a:off x="9052560" y="1463040"/>
            <a:ext cx="2560320" cy="2103120"/>
          </a:xfrm>
          <a:prstGeom prst="roundRect">
            <a:avLst>
              <a:gd name="adj" fmla="val 4348"/>
            </a:avLst>
          </a:prstGeom>
          <a:solidFill>
            <a:srgbClr val="FDF2E9"/>
          </a:solidFill>
          <a:ln/>
        </p:spPr>
      </p:sp>
      <p:sp>
        <p:nvSpPr>
          <p:cNvPr id="12" name="Text 10"/>
          <p:cNvSpPr/>
          <p:nvPr/>
        </p:nvSpPr>
        <p:spPr>
          <a:xfrm>
            <a:off x="9052560" y="1920240"/>
            <a:ext cx="2560320" cy="1097280"/>
          </a:xfrm>
          <a:prstGeom prst="rect">
            <a:avLst/>
          </a:prstGeom>
          <a:noFill/>
          <a:ln/>
        </p:spPr>
        <p:txBody>
          <a:bodyPr wrap="square" rtlCol="0" anchor="ctr"/>
          <a:lstStyle/>
          <a:p>
            <a:pPr algn="ctr" indent="0" marL="0">
              <a:buNone/>
            </a:pPr>
            <a:r>
              <a:rPr lang="en-US" sz="1800" b="1" dirty="0">
                <a:solidFill>
                  <a:srgbClr val="2C3E50"/>
                </a:solidFill>
                <a:latin typeface="Microsoft YaHei" pitchFamily="34" charset="0"/>
                <a:ea typeface="Microsoft YaHei" pitchFamily="34" charset="-122"/>
                <a:cs typeface="Microsoft YaHei" pitchFamily="34" charset="-120"/>
              </a:rPr>
              <a:t>设计组</a:t>
            </a:r>
            <a:endParaRPr lang="en-US" sz="1800" dirty="0"/>
          </a:p>
        </p:txBody>
      </p:sp>
      <p:sp>
        <p:nvSpPr>
          <p:cNvPr id="13" name="Shape 11"/>
          <p:cNvSpPr/>
          <p:nvPr/>
        </p:nvSpPr>
        <p:spPr>
          <a:xfrm>
            <a:off x="548640" y="3840480"/>
            <a:ext cx="2560320" cy="2103120"/>
          </a:xfrm>
          <a:prstGeom prst="roundRect">
            <a:avLst>
              <a:gd name="adj" fmla="val 4348"/>
            </a:avLst>
          </a:prstGeom>
          <a:solidFill>
            <a:srgbClr val="FDF2E9"/>
          </a:solidFill>
          <a:ln/>
        </p:spPr>
      </p:sp>
      <p:sp>
        <p:nvSpPr>
          <p:cNvPr id="14" name="Text 12"/>
          <p:cNvSpPr/>
          <p:nvPr/>
        </p:nvSpPr>
        <p:spPr>
          <a:xfrm>
            <a:off x="548640" y="4297680"/>
            <a:ext cx="2560320" cy="1097280"/>
          </a:xfrm>
          <a:prstGeom prst="rect">
            <a:avLst/>
          </a:prstGeom>
          <a:noFill/>
          <a:ln/>
        </p:spPr>
        <p:txBody>
          <a:bodyPr wrap="square" rtlCol="0" anchor="ctr"/>
          <a:lstStyle/>
          <a:p>
            <a:pPr algn="ctr" indent="0" marL="0">
              <a:buNone/>
            </a:pPr>
            <a:r>
              <a:rPr lang="en-US" sz="1800" b="1" dirty="0">
                <a:solidFill>
                  <a:srgbClr val="2C3E50"/>
                </a:solidFill>
                <a:latin typeface="Microsoft YaHei" pitchFamily="34" charset="0"/>
                <a:ea typeface="Microsoft YaHei" pitchFamily="34" charset="-122"/>
                <a:cs typeface="Microsoft YaHei" pitchFamily="34" charset="-120"/>
              </a:rPr>
              <a:t>文案组 ×2</a:t>
            </a:r>
            <a:endParaRPr lang="en-US" sz="1800" dirty="0"/>
          </a:p>
        </p:txBody>
      </p:sp>
      <p:sp>
        <p:nvSpPr>
          <p:cNvPr id="15" name="Shape 13"/>
          <p:cNvSpPr/>
          <p:nvPr/>
        </p:nvSpPr>
        <p:spPr>
          <a:xfrm>
            <a:off x="3383280" y="3840480"/>
            <a:ext cx="2560320" cy="2103120"/>
          </a:xfrm>
          <a:prstGeom prst="roundRect">
            <a:avLst>
              <a:gd name="adj" fmla="val 4348"/>
            </a:avLst>
          </a:prstGeom>
          <a:solidFill>
            <a:srgbClr val="FDF2E9"/>
          </a:solidFill>
          <a:ln/>
        </p:spPr>
      </p:sp>
      <p:sp>
        <p:nvSpPr>
          <p:cNvPr id="16" name="Text 14"/>
          <p:cNvSpPr/>
          <p:nvPr/>
        </p:nvSpPr>
        <p:spPr>
          <a:xfrm>
            <a:off x="3383280" y="4297680"/>
            <a:ext cx="2560320" cy="1097280"/>
          </a:xfrm>
          <a:prstGeom prst="rect">
            <a:avLst/>
          </a:prstGeom>
          <a:noFill/>
          <a:ln/>
        </p:spPr>
        <p:txBody>
          <a:bodyPr wrap="square" rtlCol="0" anchor="ctr"/>
          <a:lstStyle/>
          <a:p>
            <a:pPr algn="ctr" indent="0" marL="0">
              <a:buNone/>
            </a:pPr>
            <a:r>
              <a:rPr lang="en-US" sz="1800" b="1" dirty="0">
                <a:solidFill>
                  <a:srgbClr val="2C3E50"/>
                </a:solidFill>
                <a:latin typeface="Microsoft YaHei" pitchFamily="34" charset="0"/>
                <a:ea typeface="Microsoft YaHei" pitchFamily="34" charset="-122"/>
                <a:cs typeface="Microsoft YaHei" pitchFamily="34" charset="-120"/>
              </a:rPr>
              <a:t>宣传组 ×2</a:t>
            </a:r>
            <a:endParaRPr lang="en-US" sz="1800" dirty="0"/>
          </a:p>
        </p:txBody>
      </p:sp>
      <p:sp>
        <p:nvSpPr>
          <p:cNvPr id="17" name="Shape 15"/>
          <p:cNvSpPr/>
          <p:nvPr/>
        </p:nvSpPr>
        <p:spPr>
          <a:xfrm>
            <a:off x="6217920" y="3840480"/>
            <a:ext cx="2560320" cy="2103120"/>
          </a:xfrm>
          <a:prstGeom prst="roundRect">
            <a:avLst>
              <a:gd name="adj" fmla="val 4348"/>
            </a:avLst>
          </a:prstGeom>
          <a:solidFill>
            <a:srgbClr val="FDF2E9"/>
          </a:solidFill>
          <a:ln/>
        </p:spPr>
      </p:sp>
      <p:sp>
        <p:nvSpPr>
          <p:cNvPr id="18" name="Text 16"/>
          <p:cNvSpPr/>
          <p:nvPr/>
        </p:nvSpPr>
        <p:spPr>
          <a:xfrm>
            <a:off x="6217920" y="4297680"/>
            <a:ext cx="2560320" cy="1097280"/>
          </a:xfrm>
          <a:prstGeom prst="rect">
            <a:avLst/>
          </a:prstGeom>
          <a:noFill/>
          <a:ln/>
        </p:spPr>
        <p:txBody>
          <a:bodyPr wrap="square" rtlCol="0" anchor="ctr"/>
          <a:lstStyle/>
          <a:p>
            <a:pPr algn="ctr" indent="0" marL="0">
              <a:buNone/>
            </a:pPr>
            <a:r>
              <a:rPr lang="en-US" sz="1800" b="1" dirty="0">
                <a:solidFill>
                  <a:srgbClr val="2C3E50"/>
                </a:solidFill>
                <a:latin typeface="Microsoft YaHei" pitchFamily="34" charset="0"/>
                <a:ea typeface="Microsoft YaHei" pitchFamily="34" charset="-122"/>
                <a:cs typeface="Microsoft YaHei" pitchFamily="34" charset="-120"/>
              </a:rPr>
              <a:t>程序开发组 ×2</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2C3E50"/>
        </a:solidFill>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E67E22"/>
          </a:solidFill>
          <a:ln/>
        </p:spPr>
      </p:sp>
      <p:sp>
        <p:nvSpPr>
          <p:cNvPr id="3" name="Shape 1"/>
          <p:cNvSpPr/>
          <p:nvPr/>
        </p:nvSpPr>
        <p:spPr>
          <a:xfrm>
            <a:off x="0" y="6784848"/>
            <a:ext cx="12188952" cy="73152"/>
          </a:xfrm>
          <a:prstGeom prst="rect">
            <a:avLst/>
          </a:prstGeom>
          <a:solidFill>
            <a:srgbClr val="E67E22"/>
          </a:solidFill>
          <a:ln/>
        </p:spPr>
      </p:sp>
      <p:sp>
        <p:nvSpPr>
          <p:cNvPr id="4" name="Text 2"/>
          <p:cNvSpPr/>
          <p:nvPr/>
        </p:nvSpPr>
        <p:spPr>
          <a:xfrm>
            <a:off x="0" y="1097280"/>
            <a:ext cx="12188952" cy="1463040"/>
          </a:xfrm>
          <a:prstGeom prst="rect">
            <a:avLst/>
          </a:prstGeom>
          <a:noFill/>
          <a:ln/>
        </p:spPr>
        <p:txBody>
          <a:bodyPr wrap="square" rtlCol="0" anchor="ctr"/>
          <a:lstStyle/>
          <a:p>
            <a:pPr algn="ctr" indent="0" marL="0">
              <a:buNone/>
            </a:pPr>
            <a:r>
              <a:rPr lang="en-US" sz="3200" b="1" dirty="0">
                <a:solidFill>
                  <a:srgbClr val="FFFFFF"/>
                </a:solidFill>
                <a:latin typeface="Microsoft YaHei" pitchFamily="34" charset="0"/>
                <a:ea typeface="Microsoft YaHei" pitchFamily="34" charset="-122"/>
                <a:cs typeface="Microsoft YaHei" pitchFamily="34" charset="-120"/>
              </a:rPr>
              <a:t>心路串联岁月</a:t>
            </a:r>
            <a:endParaRPr lang="en-US" sz="3200" dirty="0"/>
          </a:p>
          <a:p>
            <a:pPr algn="ctr" indent="0" marL="0">
              <a:buNone/>
            </a:pPr>
            <a:r>
              <a:rPr lang="en-US" sz="3200" b="1" dirty="0">
                <a:solidFill>
                  <a:srgbClr val="FFFFFF"/>
                </a:solidFill>
                <a:latin typeface="Microsoft YaHei" pitchFamily="34" charset="0"/>
                <a:ea typeface="Microsoft YaHei" pitchFamily="34" charset="-122"/>
                <a:cs typeface="Microsoft YaHei" pitchFamily="34" charset="-120"/>
              </a:rPr>
              <a:t>奔赴烂漫纯真的童话秘境</a:t>
            </a:r>
            <a:endParaRPr lang="en-US" sz="3200" dirty="0"/>
          </a:p>
        </p:txBody>
      </p:sp>
      <p:sp>
        <p:nvSpPr>
          <p:cNvPr id="5" name="Text 3"/>
          <p:cNvSpPr/>
          <p:nvPr/>
        </p:nvSpPr>
        <p:spPr>
          <a:xfrm>
            <a:off x="0" y="2743200"/>
            <a:ext cx="12188952" cy="914400"/>
          </a:xfrm>
          <a:prstGeom prst="rect">
            <a:avLst/>
          </a:prstGeom>
          <a:noFill/>
          <a:ln/>
        </p:spPr>
        <p:txBody>
          <a:bodyPr wrap="square" rtlCol="0" anchor="ctr"/>
          <a:lstStyle/>
          <a:p>
            <a:pPr algn="ctr" indent="0" marL="0">
              <a:lnSpc>
                <a:spcPct val="180000"/>
              </a:lnSpc>
              <a:buNone/>
            </a:pPr>
            <a:r>
              <a:rPr lang="en-US" sz="1500" dirty="0">
                <a:solidFill>
                  <a:srgbClr val="BBBBBB"/>
                </a:solidFill>
                <a:latin typeface="Microsoft YaHei" pitchFamily="34" charset="0"/>
                <a:ea typeface="Microsoft YaHei" pitchFamily="34" charset="-122"/>
                <a:cs typeface="Microsoft YaHei" pitchFamily="34" charset="-120"/>
              </a:rPr>
              <a:t>以爱意守护童真，用陪伴书写专属成长篇章</a:t>
            </a:r>
            <a:endParaRPr lang="en-US" sz="1500" dirty="0"/>
          </a:p>
          <a:p>
            <a:pPr algn="ctr" indent="0" marL="0">
              <a:lnSpc>
                <a:spcPct val="180000"/>
              </a:lnSpc>
              <a:buNone/>
            </a:pPr>
            <a:r>
              <a:rPr lang="en-US" sz="1500" dirty="0">
                <a:solidFill>
                  <a:srgbClr val="BBBBBB"/>
                </a:solidFill>
                <a:latin typeface="Microsoft YaHei" pitchFamily="34" charset="0"/>
                <a:ea typeface="Microsoft YaHei" pitchFamily="34" charset="-122"/>
                <a:cs typeface="Microsoft YaHei" pitchFamily="34" charset="-120"/>
              </a:rPr>
              <a:t>这是属于孩子的心灵旅程，更是我们携手同行、双向奔赴的心路之旅</a:t>
            </a:r>
            <a:endParaRPr lang="en-US" sz="1500" dirty="0"/>
          </a:p>
        </p:txBody>
      </p:sp>
      <p:sp>
        <p:nvSpPr>
          <p:cNvPr id="6" name="Text 4"/>
          <p:cNvSpPr/>
          <p:nvPr/>
        </p:nvSpPr>
        <p:spPr>
          <a:xfrm>
            <a:off x="0" y="4114800"/>
            <a:ext cx="12188952" cy="914400"/>
          </a:xfrm>
          <a:prstGeom prst="rect">
            <a:avLst/>
          </a:prstGeom>
          <a:noFill/>
          <a:ln/>
        </p:spPr>
        <p:txBody>
          <a:bodyPr wrap="square" rtlCol="0" anchor="ctr"/>
          <a:lstStyle/>
          <a:p>
            <a:pPr algn="ctr" indent="0" marL="0">
              <a:lnSpc>
                <a:spcPct val="180000"/>
              </a:lnSpc>
              <a:buNone/>
            </a:pPr>
            <a:r>
              <a:rPr lang="en-US" sz="1600" dirty="0">
                <a:solidFill>
                  <a:srgbClr val="E67E22"/>
                </a:solidFill>
                <a:latin typeface="Microsoft YaHei" pitchFamily="34" charset="0"/>
                <a:ea typeface="Microsoft YaHei" pitchFamily="34" charset="-122"/>
                <a:cs typeface="Microsoft YaHei" pitchFamily="34" charset="-120"/>
              </a:rPr>
              <a:t>回望 2025，心路满载温柔与硕果</a:t>
            </a:r>
            <a:endParaRPr lang="en-US" sz="1600" dirty="0"/>
          </a:p>
          <a:p>
            <a:pPr algn="ctr" indent="0" marL="0">
              <a:lnSpc>
                <a:spcPct val="180000"/>
              </a:lnSpc>
              <a:buNone/>
            </a:pPr>
            <a:r>
              <a:rPr lang="en-US" sz="1600" dirty="0">
                <a:solidFill>
                  <a:srgbClr val="E67E22"/>
                </a:solidFill>
                <a:latin typeface="Microsoft YaHei" pitchFamily="34" charset="0"/>
                <a:ea typeface="Microsoft YaHei" pitchFamily="34" charset="-122"/>
                <a:cs typeface="Microsoft YaHei" pitchFamily="34" charset="-120"/>
              </a:rPr>
              <a:t>奔赴 2026，初心不改，温暖续航</a:t>
            </a:r>
            <a:endParaRPr lang="en-US" sz="1600" dirty="0"/>
          </a:p>
        </p:txBody>
      </p:sp>
      <p:sp>
        <p:nvSpPr>
          <p:cNvPr id="7" name="Text 5"/>
          <p:cNvSpPr/>
          <p:nvPr/>
        </p:nvSpPr>
        <p:spPr>
          <a:xfrm>
            <a:off x="0" y="5303520"/>
            <a:ext cx="12188952" cy="914400"/>
          </a:xfrm>
          <a:prstGeom prst="rect">
            <a:avLst/>
          </a:prstGeom>
          <a:noFill/>
          <a:ln/>
        </p:spPr>
        <p:txBody>
          <a:bodyPr wrap="square" rtlCol="0" anchor="ctr"/>
          <a:lstStyle/>
          <a:p>
            <a:pPr algn="ctr" indent="0" marL="0">
              <a:lnSpc>
                <a:spcPct val="180000"/>
              </a:lnSpc>
              <a:buNone/>
            </a:pPr>
            <a:r>
              <a:rPr lang="en-US" sz="2000" b="1" dirty="0">
                <a:solidFill>
                  <a:srgbClr val="FFFFFF"/>
                </a:solidFill>
                <a:latin typeface="Microsoft YaHei" pitchFamily="34" charset="0"/>
                <a:ea typeface="Microsoft YaHei" pitchFamily="34" charset="-122"/>
                <a:cs typeface="Microsoft YaHei" pitchFamily="34" charset="-120"/>
              </a:rPr>
              <a:t>让我们继续以心相伴，逐光前行</a:t>
            </a:r>
            <a:endParaRPr lang="en-US" sz="2000" dirty="0"/>
          </a:p>
          <a:p>
            <a:pPr algn="ctr" indent="0" marL="0">
              <a:lnSpc>
                <a:spcPct val="180000"/>
              </a:lnSpc>
              <a:buNone/>
            </a:pPr>
            <a:r>
              <a:rPr lang="en-US" sz="2000" b="1" dirty="0">
                <a:solidFill>
                  <a:srgbClr val="FFFFFF"/>
                </a:solidFill>
                <a:latin typeface="Microsoft YaHei" pitchFamily="34" charset="0"/>
                <a:ea typeface="Microsoft YaHei" pitchFamily="34" charset="-122"/>
                <a:cs typeface="Microsoft YaHei" pitchFamily="34" charset="-120"/>
              </a:rPr>
              <a:t>共赴全新的心路盛宴，书写璀璨新章</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2026-05-22T16:14:17Z</dcterms:created>
  <dcterms:modified xsi:type="dcterms:W3CDTF">2026-05-22T16:14:17Z</dcterms:modified>
</cp:coreProperties>
</file>